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docProps/core.xml" ContentType="application/vnd.openxmlformats-package.core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 showGuides="1">
      <p:cViewPr varScale="1">
        <p:scale>
          <a:sx n="60" d="100"/>
          <a:sy n="60" d="100"/>
        </p:scale>
        <p:origin x="816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11" Type="http://schemas.openxmlformats.org/officeDocument/2006/relationships/customXml" Target="../customXml/item3.xml"/><Relationship Id="rId5" Type="http://schemas.openxmlformats.org/officeDocument/2006/relationships/presProps" Target="presProps.xml"/><Relationship Id="rId10" Type="http://schemas.openxmlformats.org/officeDocument/2006/relationships/customXml" Target="../customXml/item2.xml"/><Relationship Id="rId4" Type="http://schemas.openxmlformats.org/officeDocument/2006/relationships/slide" Target="slides/slide3.xml"/><Relationship Id="rId9" Type="http://schemas.openxmlformats.org/officeDocument/2006/relationships/customXml" Target="../customXml/item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BC90B8C-6B12-0E65-0A34-F25BEAB97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EFD78ED-CF94-44B0-2FB6-CC54397FA9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D8FD457-2F05-E878-F97A-4CC45C7CF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C0D60-8195-4E0A-868B-B34A5024ECB5}" type="datetimeFigureOut">
              <a:rPr kumimoji="1" lang="ja-JP" altLang="en-US" smtClean="0"/>
              <a:t>2025/12/21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BB91FF3-F9BF-3213-BE4F-68182BB36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E2C62B5-E58D-32D6-6E0B-617B1C4A6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6481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F8A457D-8DBF-A6A0-DEB6-11DF9F074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7809E83-80D1-9731-2E66-F2C2E62988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273FC50-2488-8989-F4FE-12C3789EC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C0D60-8195-4E0A-868B-B34A5024ECB5}" type="datetimeFigureOut">
              <a:rPr kumimoji="1" lang="ja-JP" altLang="en-US" smtClean="0"/>
              <a:t>2025/12/21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2A5D7B4-8B0A-1C2D-66F9-26EE8CC68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B6A86FC-8740-BE60-A30E-E2479A6CD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368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E8BFA1-CE12-B175-C902-243295E2F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12C94DE-66C6-02DC-C137-BAC2839B69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66BBD61-DD7B-E65A-4ECA-FE5155143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C0D60-8195-4E0A-868B-B34A5024ECB5}" type="datetimeFigureOut">
              <a:rPr kumimoji="1" lang="ja-JP" altLang="en-US" smtClean="0"/>
              <a:t>2025/12/21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B324AD4-B83A-E421-ED55-5B1E0742B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4E9615-6A43-EB89-5A75-A87FDCCAB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5995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0E3AE8-D8C3-C879-CFBD-653270D89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4367028-B452-2890-AB30-0E781AB422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AA32D80-E5EB-0805-1A11-A2A7F451D1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8E1B0B6-F5E4-E1B6-BCAA-87DF82083A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C0D60-8195-4E0A-868B-B34A5024ECB5}" type="datetimeFigureOut">
              <a:rPr kumimoji="1" lang="ja-JP" altLang="en-US" smtClean="0"/>
              <a:t>2025/12/21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90A5E5-0823-B20F-37BA-0DA3C703C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68EAB65-1843-6AB8-DD6C-3D0BB7C56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74586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698A9A0-2F56-927B-E27D-3D10BEB8C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DD0013E-2890-B619-7216-9A55B384A8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9DC53C6-C5D7-CACC-9CB6-E407E604FF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310EEBC-E5DD-59BD-4E11-558DB11775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834B5FF-EBAA-1416-7520-4FD0162C55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127E5848-4089-2B87-1F2D-D2990A75C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C0D60-8195-4E0A-868B-B34A5024ECB5}" type="datetimeFigureOut">
              <a:rPr kumimoji="1" lang="ja-JP" altLang="en-US" smtClean="0"/>
              <a:t>2025/12/21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F5C686C-4053-C8A7-2E14-58C3AB9A2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9A81983-E90C-23A7-7EBF-E6226AB16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4461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C2B74DC-A1A1-C101-EA5A-B1EEBB93C4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A03C97D-1748-2AA7-2C68-92D29247D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C0D60-8195-4E0A-868B-B34A5024ECB5}" type="datetimeFigureOut">
              <a:rPr kumimoji="1" lang="ja-JP" altLang="en-US" smtClean="0"/>
              <a:t>2025/12/21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D4B6687-B583-87D8-4233-1777F0BE30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7318054-FBDA-79F2-B8F7-7E4F00E2F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79276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BF2D3F6-52D8-98A0-BDAE-A72545B94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C0D60-8195-4E0A-868B-B34A5024ECB5}" type="datetimeFigureOut">
              <a:rPr kumimoji="1" lang="ja-JP" altLang="en-US" smtClean="0"/>
              <a:t>2025/12/21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14608E9-C06D-4982-E468-4732809F0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EFD9A4D-84D9-90B8-3417-7D6BBEA3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882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D3B382-7853-4257-9F7A-9E898DAE3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2E48806-D7C9-5E54-4257-31EDFC1EAF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3A6A56E-DD0D-282F-7BB1-B8F3EA985A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8897729-6593-7F09-6789-6AA8EBFAE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C0D60-8195-4E0A-868B-B34A5024ECB5}" type="datetimeFigureOut">
              <a:rPr kumimoji="1" lang="ja-JP" altLang="en-US" smtClean="0"/>
              <a:t>2025/12/21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84803EE-4E6E-21C1-06FE-6C65F4AE5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8B18344-0270-E60E-DF6F-E12B26FDD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55620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62DEF2-450F-3F68-DBC7-0701DA8CA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A2B53-E7AF-9BD8-1D08-1D4868FB26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E55EA02-79D7-E365-3D60-B24EE00FC1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C4458D4-8E11-020F-85CD-4F591A5F2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C0D60-8195-4E0A-868B-B34A5024ECB5}" type="datetimeFigureOut">
              <a:rPr kumimoji="1" lang="ja-JP" altLang="en-US" smtClean="0"/>
              <a:t>2025/12/21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EAF71AE-C5D2-6B4F-E1C7-31C3E5899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4243E5E-9712-83B8-89E4-778089A0F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1743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457A30-3724-8523-D4B4-8C22C6CC8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96CA54A-85B8-62DC-B67F-A932A866F1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DAFD6F8-2DB3-1884-6A80-4EE73E092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C0D60-8195-4E0A-868B-B34A5024ECB5}" type="datetimeFigureOut">
              <a:rPr kumimoji="1" lang="ja-JP" altLang="en-US" smtClean="0"/>
              <a:t>2025/12/21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710BE06-735B-5FDB-181E-6C6B9D7E3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7FFCC11-92F2-1B2D-5744-A857F144F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7068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B8B6507-710F-E43E-B71C-20B06481F9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1A3C11-9D44-FEE0-B816-3F6E287DDD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6D26A6E-7A4A-8132-77F1-78BB971D2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C0D60-8195-4E0A-868B-B34A5024ECB5}" type="datetimeFigureOut">
              <a:rPr kumimoji="1" lang="ja-JP" altLang="en-US" smtClean="0"/>
              <a:t>2025/12/21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602E9E8-7FD5-24F0-0E99-4477F0E16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0FF3762-AED3-1F6F-0866-526B4045F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82220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7258952-E518-CC40-72A6-5D9FDFF67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0CD467A-1B4F-EB88-4F1D-46FA86D21A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03474A0-9153-2F14-5B32-9553A0C36A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9C0D60-8195-4E0A-868B-B34A5024ECB5}" type="datetimeFigureOut">
              <a:rPr kumimoji="1" lang="ja-JP" altLang="en-US" smtClean="0"/>
              <a:t>2025/12/21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419CCA2-CDF3-1DE4-02C1-BFD82869BA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C462655-BFD1-7A77-C941-682E92DAD4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9620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7695392-0A4B-D6C6-1DC3-D54AFF0C8E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レポート課題</a:t>
            </a:r>
            <a:r>
              <a:rPr kumimoji="1" lang="en-US" altLang="ja-JP" dirty="0"/>
              <a:t>2</a:t>
            </a:r>
            <a:r>
              <a:rPr lang="ja-JP" altLang="en-US" dirty="0"/>
              <a:t> </a:t>
            </a:r>
            <a:r>
              <a:rPr kumimoji="1" lang="ja-JP" altLang="en-US" dirty="0"/>
              <a:t>作業用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D6D0FD8-7FDA-CBFA-277E-43DFE623F2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3794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F0F346A-E447-479E-5D6E-1D66D9712841}"/>
              </a:ext>
            </a:extLst>
          </p:cNvPr>
          <p:cNvSpPr txBox="1"/>
          <p:nvPr/>
        </p:nvSpPr>
        <p:spPr>
          <a:xfrm>
            <a:off x="2861356" y="360750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元画像</a:t>
            </a:r>
            <a:endParaRPr kumimoji="1" lang="ja-JP" altLang="en-US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73674A8-CFA8-70F0-A8A0-AF78A433EDAD}"/>
              </a:ext>
            </a:extLst>
          </p:cNvPr>
          <p:cNvSpPr txBox="1"/>
          <p:nvPr/>
        </p:nvSpPr>
        <p:spPr>
          <a:xfrm>
            <a:off x="7475815" y="5037203"/>
            <a:ext cx="387798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濃度値が小さい順にソートして</a:t>
            </a:r>
            <a:endParaRPr lang="en-US" altLang="ja-JP" dirty="0"/>
          </a:p>
          <a:p>
            <a:pPr algn="ctr"/>
            <a:r>
              <a:rPr lang="en-US" altLang="ja-JP" dirty="0"/>
              <a:t>4</a:t>
            </a:r>
            <a:r>
              <a:rPr lang="ja-JP" altLang="en-US" dirty="0"/>
              <a:t>つのグループにわける</a:t>
            </a:r>
            <a:endParaRPr lang="en-US" altLang="ja-JP" dirty="0"/>
          </a:p>
          <a:p>
            <a:pPr algn="ctr"/>
            <a:r>
              <a:rPr kumimoji="1" lang="ja-JP" altLang="en-US" dirty="0"/>
              <a:t>各グループの中央値が代表色となる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4A7DB66-0CFC-98D1-63B8-EF795F959204}"/>
              </a:ext>
            </a:extLst>
          </p:cNvPr>
          <p:cNvSpPr txBox="1"/>
          <p:nvPr/>
        </p:nvSpPr>
        <p:spPr>
          <a:xfrm>
            <a:off x="2284274" y="6235502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代表色表示の結果</a:t>
            </a:r>
            <a:endParaRPr kumimoji="1" lang="ja-JP" altLang="en-US" dirty="0"/>
          </a:p>
        </p:txBody>
      </p:sp>
      <p:sp>
        <p:nvSpPr>
          <p:cNvPr id="13" name="タイトル 12">
            <a:extLst>
              <a:ext uri="{FF2B5EF4-FFF2-40B4-BE49-F238E27FC236}">
                <a16:creationId xmlns:a16="http://schemas.microsoft.com/office/drawing/2014/main" id="{F9F303E7-2BAD-C43C-0B02-F505CD915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問題</a:t>
            </a:r>
            <a:r>
              <a:rPr lang="en-US" altLang="ja-JP" dirty="0"/>
              <a:t>1-1</a:t>
            </a:r>
            <a:r>
              <a:rPr lang="ja-JP" altLang="en-US" dirty="0"/>
              <a:t>　限定色表示</a:t>
            </a:r>
          </a:p>
        </p:txBody>
      </p:sp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C19C7454-92EA-3597-8720-8422837AD8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8580269"/>
              </p:ext>
            </p:extLst>
          </p:nvPr>
        </p:nvGraphicFramePr>
        <p:xfrm>
          <a:off x="1949938" y="1490602"/>
          <a:ext cx="2700000" cy="20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53840385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53444164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826422534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84346646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07283364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102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179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92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97524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74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202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87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116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99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0220667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151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130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149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52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7952195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235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157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37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129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191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7151164"/>
                  </a:ext>
                </a:extLst>
              </a:tr>
            </a:tbl>
          </a:graphicData>
        </a:graphic>
      </p:graphicFrame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2FB7B0F1-124E-F54F-F220-9EFCB53F3F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696705"/>
              </p:ext>
            </p:extLst>
          </p:nvPr>
        </p:nvGraphicFramePr>
        <p:xfrm>
          <a:off x="8064808" y="1994602"/>
          <a:ext cx="270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53840385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53444164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826422534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84346646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02573582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97524"/>
                  </a:ext>
                </a:extLst>
              </a:tr>
            </a:tbl>
          </a:graphicData>
        </a:graphic>
      </p:graphicFrame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107AC441-83B9-DD4D-99F1-D1C2ADEAF3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6505753"/>
              </p:ext>
            </p:extLst>
          </p:nvPr>
        </p:nvGraphicFramePr>
        <p:xfrm>
          <a:off x="8068975" y="2801052"/>
          <a:ext cx="270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53840385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53444164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826422534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84346646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02573582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97524"/>
                  </a:ext>
                </a:extLst>
              </a:tr>
            </a:tbl>
          </a:graphicData>
        </a:graphic>
      </p:graphicFrame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AFC1C8BE-A937-97C8-5F4F-83BC3E6501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1902663"/>
              </p:ext>
            </p:extLst>
          </p:nvPr>
        </p:nvGraphicFramePr>
        <p:xfrm>
          <a:off x="8068975" y="3607502"/>
          <a:ext cx="270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53840385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53444164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826422534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84346646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02573582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97524"/>
                  </a:ext>
                </a:extLst>
              </a:tr>
            </a:tbl>
          </a:graphicData>
        </a:graphic>
      </p:graphicFrame>
      <p:graphicFrame>
        <p:nvGraphicFramePr>
          <p:cNvPr id="9" name="表 8">
            <a:extLst>
              <a:ext uri="{FF2B5EF4-FFF2-40B4-BE49-F238E27FC236}">
                <a16:creationId xmlns:a16="http://schemas.microsoft.com/office/drawing/2014/main" id="{7F6B637F-CBD8-08C2-1B69-797528B347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814684"/>
              </p:ext>
            </p:extLst>
          </p:nvPr>
        </p:nvGraphicFramePr>
        <p:xfrm>
          <a:off x="8068975" y="4413952"/>
          <a:ext cx="270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53840385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53444164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826422534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84346646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02573582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97524"/>
                  </a:ext>
                </a:extLst>
              </a:tr>
            </a:tbl>
          </a:graphicData>
        </a:graphic>
      </p:graphicFrame>
      <p:graphicFrame>
        <p:nvGraphicFramePr>
          <p:cNvPr id="14" name="表 13">
            <a:extLst>
              <a:ext uri="{FF2B5EF4-FFF2-40B4-BE49-F238E27FC236}">
                <a16:creationId xmlns:a16="http://schemas.microsoft.com/office/drawing/2014/main" id="{909F5426-2E3B-3ECE-F078-8262EF14CC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5440650"/>
              </p:ext>
            </p:extLst>
          </p:nvPr>
        </p:nvGraphicFramePr>
        <p:xfrm>
          <a:off x="1949938" y="4147502"/>
          <a:ext cx="2700000" cy="20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53840385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53444164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826422534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84346646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07283364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97524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022066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7952195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7151164"/>
                  </a:ext>
                </a:extLst>
              </a:tr>
            </a:tbl>
          </a:graphicData>
        </a:graphic>
      </p:graphicFrame>
      <p:sp>
        <p:nvSpPr>
          <p:cNvPr id="15" name="矢印: 右 14">
            <a:extLst>
              <a:ext uri="{FF2B5EF4-FFF2-40B4-BE49-F238E27FC236}">
                <a16:creationId xmlns:a16="http://schemas.microsoft.com/office/drawing/2014/main" id="{9EF47084-9342-4A35-D635-1327E6546C12}"/>
              </a:ext>
            </a:extLst>
          </p:cNvPr>
          <p:cNvSpPr/>
          <p:nvPr/>
        </p:nvSpPr>
        <p:spPr>
          <a:xfrm>
            <a:off x="5383033" y="2534602"/>
            <a:ext cx="1677725" cy="46304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矢印: 右 15">
            <a:extLst>
              <a:ext uri="{FF2B5EF4-FFF2-40B4-BE49-F238E27FC236}">
                <a16:creationId xmlns:a16="http://schemas.microsoft.com/office/drawing/2014/main" id="{62C041E7-3AB6-E9B1-957A-50B732FF35E6}"/>
              </a:ext>
            </a:extLst>
          </p:cNvPr>
          <p:cNvSpPr/>
          <p:nvPr/>
        </p:nvSpPr>
        <p:spPr>
          <a:xfrm rot="10800000">
            <a:off x="5383032" y="4644197"/>
            <a:ext cx="1677725" cy="46304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6563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20A95D4-D11D-514E-2D5E-6957E7B22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問題</a:t>
            </a:r>
            <a:r>
              <a:rPr lang="en-US" altLang="ja-JP" dirty="0"/>
              <a:t>1-2 </a:t>
            </a:r>
            <a:r>
              <a:rPr lang="ja-JP" altLang="en-US" dirty="0"/>
              <a:t>ラベリング</a:t>
            </a:r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D9675CF-ED33-ACCB-2074-A4B801471F99}"/>
              </a:ext>
            </a:extLst>
          </p:cNvPr>
          <p:cNvSpPr txBox="1"/>
          <p:nvPr/>
        </p:nvSpPr>
        <p:spPr>
          <a:xfrm>
            <a:off x="3055804" y="1638504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dirty="0"/>
              <a:t>1</a:t>
            </a:r>
            <a:r>
              <a:rPr kumimoji="1" lang="ja-JP" altLang="en-US" dirty="0"/>
              <a:t>回目用</a:t>
            </a:r>
            <a:endParaRPr kumimoji="1" lang="en-US" altLang="ja-JP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AE61DBB-E2D4-4E77-9161-9C6C92D19E70}"/>
              </a:ext>
            </a:extLst>
          </p:cNvPr>
          <p:cNvSpPr txBox="1"/>
          <p:nvPr/>
        </p:nvSpPr>
        <p:spPr>
          <a:xfrm>
            <a:off x="8130793" y="1663672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2</a:t>
            </a:r>
            <a:r>
              <a:rPr kumimoji="1" lang="ja-JP" altLang="en-US" dirty="0"/>
              <a:t>回目用</a:t>
            </a:r>
            <a:endParaRPr kumimoji="1" lang="en-US" altLang="ja-JP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66E00198-91FF-797D-B74C-6F55899561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923033"/>
              </p:ext>
            </p:extLst>
          </p:nvPr>
        </p:nvGraphicFramePr>
        <p:xfrm>
          <a:off x="1758506" y="2005987"/>
          <a:ext cx="3600000" cy="360000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8338920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843962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2390088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82777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5397298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8658860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674359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3787959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0358396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54719373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4685697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4668917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327567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0095532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6909631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5440169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3801626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778108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4514760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2669557"/>
                  </a:ext>
                </a:extLst>
              </a:tr>
            </a:tbl>
          </a:graphicData>
        </a:graphic>
      </p:graphicFrame>
      <p:graphicFrame>
        <p:nvGraphicFramePr>
          <p:cNvPr id="9" name="表 8">
            <a:extLst>
              <a:ext uri="{FF2B5EF4-FFF2-40B4-BE49-F238E27FC236}">
                <a16:creationId xmlns:a16="http://schemas.microsoft.com/office/drawing/2014/main" id="{46BE448F-7A30-7A30-D086-DAD202D3FE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196974"/>
              </p:ext>
            </p:extLst>
          </p:nvPr>
        </p:nvGraphicFramePr>
        <p:xfrm>
          <a:off x="6833495" y="2005987"/>
          <a:ext cx="3600000" cy="360000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8338920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843962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2390088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82777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5397298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8658860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674359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3787959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0358396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54719373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4685697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4668917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327567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0095532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6909631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5440169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3801626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778108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4514760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2669557"/>
                  </a:ext>
                </a:extLst>
              </a:tr>
            </a:tbl>
          </a:graphicData>
        </a:graphic>
      </p:graphicFrame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594343F-F441-EE6D-E241-E9D1375541EA}"/>
              </a:ext>
            </a:extLst>
          </p:cNvPr>
          <p:cNvSpPr txBox="1"/>
          <p:nvPr/>
        </p:nvSpPr>
        <p:spPr>
          <a:xfrm>
            <a:off x="1504096" y="5846544"/>
            <a:ext cx="4108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同じ連結成分であると記録された組：</a:t>
            </a:r>
            <a:endParaRPr kumimoji="1" lang="en-US" altLang="ja-JP" dirty="0"/>
          </a:p>
          <a:p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9372348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12A8FAE802F5BE4999A49041993971E7" ma:contentTypeVersion="10" ma:contentTypeDescription="新しいドキュメントを作成します。" ma:contentTypeScope="" ma:versionID="b8d8008d18811c26c3a6f8049ae03944">
  <xsd:schema xmlns:xsd="http://www.w3.org/2001/XMLSchema" xmlns:xs="http://www.w3.org/2001/XMLSchema" xmlns:p="http://schemas.microsoft.com/office/2006/metadata/properties" xmlns:ns2="3f2448f0-14ff-44a0-b9f0-4068ebc6948c" xmlns:ns3="1691ff36-5102-43ab-90dc-be7332a26000" targetNamespace="http://schemas.microsoft.com/office/2006/metadata/properties" ma:root="true" ma:fieldsID="49021ec845088350abe83c917dd2c192" ns2:_="" ns3:_="">
    <xsd:import namespace="3f2448f0-14ff-44a0-b9f0-4068ebc6948c"/>
    <xsd:import namespace="1691ff36-5102-43ab-90dc-be7332a26000"/>
    <xsd:element name="properties">
      <xsd:complexType>
        <xsd:sequence>
          <xsd:element name="documentManagement">
            <xsd:complexType>
              <xsd:all>
                <xsd:element ref="ns2:ReferenceId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f2448f0-14ff-44a0-b9f0-4068ebc6948c" elementFormDefault="qualified">
    <xsd:import namespace="http://schemas.microsoft.com/office/2006/documentManagement/types"/>
    <xsd:import namespace="http://schemas.microsoft.com/office/infopath/2007/PartnerControls"/>
    <xsd:element name="ReferenceId" ma:index="8" nillable="true" ma:displayName="ReferenceId" ma:indexed="true" ma:internalName="ReferenceId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画像タグ" ma:readOnly="false" ma:fieldId="{5cf76f15-5ced-4ddc-b409-7134ff3c332f}" ma:taxonomyMulti="true" ma:sspId="c1ec0f05-8db9-4cb4-a53b-b8806002f24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91ff36-5102-43ab-90dc-be7332a26000" elementFormDefault="qualified">
    <xsd:import namespace="http://schemas.microsoft.com/office/2006/documentManagement/types"/>
    <xsd:import namespace="http://schemas.microsoft.com/office/infopath/2007/PartnerControls"/>
    <xsd:element name="TaxCatchAll" ma:index="15" nillable="true" ma:displayName="Taxonomy Catch All Column" ma:hidden="true" ma:list="{adde08a3-0adb-45d4-8436-36b260cf8112}" ma:internalName="TaxCatchAll" ma:showField="CatchAllData" ma:web="1691ff36-5102-43ab-90dc-be7332a2600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f2448f0-14ff-44a0-b9f0-4068ebc6948c">
      <Terms xmlns="http://schemas.microsoft.com/office/infopath/2007/PartnerControls"/>
    </lcf76f155ced4ddcb4097134ff3c332f>
    <ReferenceId xmlns="3f2448f0-14ff-44a0-b9f0-4068ebc6948c" xsi:nil="true"/>
    <TaxCatchAll xmlns="1691ff36-5102-43ab-90dc-be7332a26000" xsi:nil="true"/>
  </documentManagement>
</p:properties>
</file>

<file path=customXml/itemProps1.xml><?xml version="1.0" encoding="utf-8"?>
<ds:datastoreItem xmlns:ds="http://schemas.openxmlformats.org/officeDocument/2006/customXml" ds:itemID="{B7930F59-09B9-4A63-ADDE-F274E87DD4B5}"/>
</file>

<file path=customXml/itemProps2.xml><?xml version="1.0" encoding="utf-8"?>
<ds:datastoreItem xmlns:ds="http://schemas.openxmlformats.org/officeDocument/2006/customXml" ds:itemID="{8A037423-8182-4EC4-8D9B-3F10AB7069D4}"/>
</file>

<file path=customXml/itemProps3.xml><?xml version="1.0" encoding="utf-8"?>
<ds:datastoreItem xmlns:ds="http://schemas.openxmlformats.org/officeDocument/2006/customXml" ds:itemID="{92E9D122-6294-4C98-8055-3EF5A84406A5}"/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70</Words>
  <Application>Microsoft Office PowerPoint</Application>
  <PresentationFormat>ワイド画面</PresentationFormat>
  <Paragraphs>31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レポート課題2 作業用</vt:lpstr>
      <vt:lpstr>問題1-1　限定色表示</vt:lpstr>
      <vt:lpstr>問題1-2 ラベリング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レポート課題2 作業用</dc:title>
  <dc:creator>原 貴之_長野</dc:creator>
  <cp:lastModifiedBy>原 貴之_長野</cp:lastModifiedBy>
  <cp:revision>6</cp:revision>
  <dcterms:created xsi:type="dcterms:W3CDTF">2025-10-29T00:16:19Z</dcterms:created>
  <dcterms:modified xsi:type="dcterms:W3CDTF">2025-12-21T06:07:00Z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0x01010012A8FAE802F5BE4999A49041993971E7</vt:lpwstr>
  </property>
</Properties>
</file>
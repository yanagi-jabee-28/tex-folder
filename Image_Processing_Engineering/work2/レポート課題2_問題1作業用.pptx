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01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36" y="16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C90B8C-6B12-0E65-0A34-F25BEAB97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EFD78ED-CF94-44B0-2FB6-CC54397FA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8FD457-2F05-E878-F97A-4CC45C7C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B91FF3-F9BF-3213-BE4F-68182BB3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2C62B5-E58D-32D6-6E0B-617B1C4A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48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A457D-8DBF-A6A0-DEB6-11DF9F074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809E83-80D1-9731-2E66-F2C2E6298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73FC50-2488-8989-F4FE-12C3789E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A5D7B4-8B0A-1C2D-66F9-26EE8CC6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6A86FC-8740-BE60-A30E-E2479A6C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6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8BFA1-CE12-B175-C902-243295E2F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2C94DE-66C6-02DC-C137-BAC2839B6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6BBD61-DD7B-E65A-4ECA-FE515514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324AD4-B83A-E421-ED55-5B1E0742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4E9615-6A43-EB89-5A75-A87FDCCA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995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0E3AE8-D8C3-C879-CFBD-653270D8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367028-B452-2890-AB30-0E781AB42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A32D80-E5EB-0805-1A11-A2A7F451D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E1B0B6-F5E4-E1B6-BCAA-87DF82083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90A5E5-0823-B20F-37BA-0DA3C703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8EAB65-1843-6AB8-DD6C-3D0BB7C56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45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8A9A0-2F56-927B-E27D-3D10BEB8C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D0013E-2890-B619-7216-9A55B384A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DC53C6-C5D7-CACC-9CB6-E407E604F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310EEBC-E5DD-59BD-4E11-558DB1177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34B5FF-EBAA-1416-7520-4FD0162C5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27E5848-4089-2B87-1F2D-D2990A75C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F5C686C-4053-C8A7-2E14-58C3AB9A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A81983-E90C-23A7-7EBF-E6226AB1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46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2B74DC-A1A1-C101-EA5A-B1EEBB93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03C97D-1748-2AA7-2C68-92D29247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4B6687-B583-87D8-4233-1777F0BE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318054-FBDA-79F2-B8F7-7E4F00E2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927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BF2D3F6-52D8-98A0-BDAE-A72545B9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4608E9-C06D-4982-E468-4732809F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FD9A4D-84D9-90B8-3417-7D6BBEA3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8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D3B382-7853-4257-9F7A-9E898DAE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E48806-D7C9-5E54-4257-31EDFC1EA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A6A56E-DD0D-282F-7BB1-B8F3EA985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897729-6593-7F09-6789-6AA8EBFA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4803EE-4E6E-21C1-06FE-6C65F4AE5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B18344-0270-E60E-DF6F-E12B26FD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56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62DEF2-450F-3F68-DBC7-0701DA8CA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ACA2B53-E7AF-9BD8-1D08-1D4868FB2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55EA02-79D7-E365-3D60-B24EE00FC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4458D4-8E11-020F-85CD-4F591A5F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AF71AE-C5D2-6B4F-E1C7-31C3E589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243E5E-9712-83B8-89E4-778089A0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74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457A30-3724-8523-D4B4-8C22C6CC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96CA54A-85B8-62DC-B67F-A932A866F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AFD6F8-2DB3-1884-6A80-4EE73E09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10BE06-735B-5FDB-181E-6C6B9D7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FFCC11-92F2-1B2D-5744-A857F144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0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8B6507-710F-E43E-B71C-20B06481F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1A3C11-9D44-FEE0-B816-3F6E287DD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D26A6E-7A4A-8132-77F1-78BB971D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02E9E8-7FD5-24F0-0E99-4477F0E1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FF3762-AED3-1F6F-0866-526B4045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22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258952-E518-CC40-72A6-5D9FDFF6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CD467A-1B4F-EB88-4F1D-46FA86D21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474A0-9153-2F14-5B32-9553A0C36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C0D60-8195-4E0A-868B-B34A5024ECB5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19CCA2-CDF3-1DE4-02C1-BFD82869B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462655-BFD1-7A77-C941-682E92DAD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35141-F023-4EC1-8269-7578BA4815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62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695392-0A4B-D6C6-1DC3-D54AFF0C8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レポート課題</a:t>
            </a:r>
            <a:r>
              <a:rPr kumimoji="1" lang="en-US" altLang="ja-JP" dirty="0"/>
              <a:t>2</a:t>
            </a:r>
            <a:r>
              <a:rPr lang="ja-JP" altLang="en-US" dirty="0"/>
              <a:t> </a:t>
            </a:r>
            <a:r>
              <a:rPr kumimoji="1" lang="ja-JP" altLang="en-US" dirty="0"/>
              <a:t>作業用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6D0FD8-7FDA-CBFA-277E-43DFE623F2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79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0F346A-E447-479E-5D6E-1D66D9712841}"/>
              </a:ext>
            </a:extLst>
          </p:cNvPr>
          <p:cNvSpPr txBox="1"/>
          <p:nvPr/>
        </p:nvSpPr>
        <p:spPr>
          <a:xfrm>
            <a:off x="2861356" y="3607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元画像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73674A8-CFA8-70F0-A8A0-AF78A433EDAD}"/>
              </a:ext>
            </a:extLst>
          </p:cNvPr>
          <p:cNvSpPr txBox="1"/>
          <p:nvPr/>
        </p:nvSpPr>
        <p:spPr>
          <a:xfrm>
            <a:off x="7475815" y="5037203"/>
            <a:ext cx="3877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濃度値が小さい順にソートして</a:t>
            </a:r>
            <a:endParaRPr lang="en-US" altLang="ja-JP" dirty="0"/>
          </a:p>
          <a:p>
            <a:pPr algn="ctr"/>
            <a:r>
              <a:rPr lang="en-US" altLang="ja-JP" dirty="0"/>
              <a:t>4</a:t>
            </a:r>
            <a:r>
              <a:rPr lang="ja-JP" altLang="en-US" dirty="0"/>
              <a:t>つのグループにわける</a:t>
            </a:r>
            <a:endParaRPr lang="en-US" altLang="ja-JP" dirty="0"/>
          </a:p>
          <a:p>
            <a:pPr algn="ctr"/>
            <a:r>
              <a:rPr kumimoji="1" lang="ja-JP" altLang="en-US" dirty="0"/>
              <a:t>各グループの中央値が代表色となる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A7DB66-0CFC-98D1-63B8-EF795F959204}"/>
              </a:ext>
            </a:extLst>
          </p:cNvPr>
          <p:cNvSpPr txBox="1"/>
          <p:nvPr/>
        </p:nvSpPr>
        <p:spPr>
          <a:xfrm>
            <a:off x="2284274" y="623550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代表色表示の結果</a:t>
            </a:r>
            <a:endParaRPr kumimoji="1" lang="ja-JP" altLang="en-US" dirty="0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F9F303E7-2BAD-C43C-0B02-F505CD91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問題</a:t>
            </a:r>
            <a:r>
              <a:rPr lang="en-US" altLang="ja-JP" dirty="0"/>
              <a:t>1-1</a:t>
            </a:r>
            <a:r>
              <a:rPr lang="ja-JP" altLang="en-US" dirty="0"/>
              <a:t>　限定色表示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C19C7454-92EA-3597-8720-8422837AD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580269"/>
              </p:ext>
            </p:extLst>
          </p:nvPr>
        </p:nvGraphicFramePr>
        <p:xfrm>
          <a:off x="1949938" y="1490602"/>
          <a:ext cx="2700000" cy="20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53840385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34441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2642253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34664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728336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179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752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202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87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116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22066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151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5219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235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157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51164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2FB7B0F1-124E-F54F-F220-9EFCB53F3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976171"/>
              </p:ext>
            </p:extLst>
          </p:nvPr>
        </p:nvGraphicFramePr>
        <p:xfrm>
          <a:off x="8064808" y="1994602"/>
          <a:ext cx="270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53840385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34441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2642253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34664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257358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7524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07AC441-83B9-DD4D-99F1-D1C2ADEAF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351516"/>
              </p:ext>
            </p:extLst>
          </p:nvPr>
        </p:nvGraphicFramePr>
        <p:xfrm>
          <a:off x="8068975" y="2801052"/>
          <a:ext cx="270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53840385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34441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2642253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34664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257358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87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752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FC1C8BE-A937-97C8-5F4F-83BC3E650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925366"/>
              </p:ext>
            </p:extLst>
          </p:nvPr>
        </p:nvGraphicFramePr>
        <p:xfrm>
          <a:off x="8068975" y="3607502"/>
          <a:ext cx="270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53840385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34441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2642253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34664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257358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116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151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7524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7F6B637F-CBD8-08C2-1B69-797528B34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809803"/>
              </p:ext>
            </p:extLst>
          </p:nvPr>
        </p:nvGraphicFramePr>
        <p:xfrm>
          <a:off x="8068975" y="4413952"/>
          <a:ext cx="270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53840385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34441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2642253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34664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2573582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157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179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202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235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7524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909F5426-2E3B-3ECE-F078-8262EF14C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31825"/>
              </p:ext>
            </p:extLst>
          </p:nvPr>
        </p:nvGraphicFramePr>
        <p:xfrm>
          <a:off x="1949938" y="4147502"/>
          <a:ext cx="2700000" cy="20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53840385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344416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2642253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346646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728336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975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2206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5219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37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130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kumimoji="1" lang="ja-JP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51164"/>
                  </a:ext>
                </a:extLst>
              </a:tr>
            </a:tbl>
          </a:graphicData>
        </a:graphic>
      </p:graphicFrame>
      <p:sp>
        <p:nvSpPr>
          <p:cNvPr id="15" name="矢印: 右 14">
            <a:extLst>
              <a:ext uri="{FF2B5EF4-FFF2-40B4-BE49-F238E27FC236}">
                <a16:creationId xmlns:a16="http://schemas.microsoft.com/office/drawing/2014/main" id="{9EF47084-9342-4A35-D635-1327E6546C12}"/>
              </a:ext>
            </a:extLst>
          </p:cNvPr>
          <p:cNvSpPr/>
          <p:nvPr/>
        </p:nvSpPr>
        <p:spPr>
          <a:xfrm>
            <a:off x="5383033" y="2534602"/>
            <a:ext cx="1677725" cy="46304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62C041E7-3AB6-E9B1-957A-50B732FF35E6}"/>
              </a:ext>
            </a:extLst>
          </p:cNvPr>
          <p:cNvSpPr/>
          <p:nvPr/>
        </p:nvSpPr>
        <p:spPr>
          <a:xfrm rot="10800000">
            <a:off x="5383032" y="4644197"/>
            <a:ext cx="1677725" cy="46304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563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0A95D4-D11D-514E-2D5E-6957E7B2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問題</a:t>
            </a:r>
            <a:r>
              <a:rPr lang="en-US" altLang="ja-JP" dirty="0"/>
              <a:t>1-2 </a:t>
            </a:r>
            <a:r>
              <a:rPr lang="ja-JP" altLang="en-US" dirty="0"/>
              <a:t>ラベリング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9675CF-ED33-ACCB-2074-A4B801471F99}"/>
              </a:ext>
            </a:extLst>
          </p:cNvPr>
          <p:cNvSpPr txBox="1"/>
          <p:nvPr/>
        </p:nvSpPr>
        <p:spPr>
          <a:xfrm>
            <a:off x="3055804" y="1638504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1</a:t>
            </a:r>
            <a:r>
              <a:rPr kumimoji="1" lang="ja-JP" altLang="en-US" dirty="0"/>
              <a:t>回目用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E61DBB-E2D4-4E77-9161-9C6C92D19E70}"/>
              </a:ext>
            </a:extLst>
          </p:cNvPr>
          <p:cNvSpPr txBox="1"/>
          <p:nvPr/>
        </p:nvSpPr>
        <p:spPr>
          <a:xfrm>
            <a:off x="8130793" y="166367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ja-JP" altLang="en-US" dirty="0"/>
              <a:t>回目用</a:t>
            </a:r>
            <a:endParaRPr kumimoji="1" lang="en-US" altLang="ja-JP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66E00198-91FF-797D-B74C-6F5589956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398472"/>
              </p:ext>
            </p:extLst>
          </p:nvPr>
        </p:nvGraphicFramePr>
        <p:xfrm>
          <a:off x="1758506" y="2005987"/>
          <a:ext cx="3600000" cy="360000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8338920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84396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239008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82777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539729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8658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674359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378795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358396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4719373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68569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689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2756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095532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90963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440169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0162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810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5147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669557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46BE448F-7A30-7A30-D086-DAD202D3F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89655"/>
              </p:ext>
            </p:extLst>
          </p:nvPr>
        </p:nvGraphicFramePr>
        <p:xfrm>
          <a:off x="6833495" y="2005987"/>
          <a:ext cx="3600000" cy="3600000"/>
        </p:xfrm>
        <a:graphic>
          <a:graphicData uri="http://schemas.openxmlformats.org/drawingml/2006/table">
            <a:tbl>
              <a:tblPr firstRow="1" bandRow="1"/>
              <a:tblGrid>
                <a:gridCol w="360000">
                  <a:extLst>
                    <a:ext uri="{9D8B030D-6E8A-4147-A177-3AD203B41FA5}">
                      <a16:colId xmlns:a16="http://schemas.microsoft.com/office/drawing/2014/main" val="38338920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84396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239008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82777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539729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8658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674359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378795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358396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54719373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68569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6891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27567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095532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90963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440169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01626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778108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51476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Verdana"/>
                          <a:ea typeface="ＭＳ Ｐゴシック"/>
                        </a:defRPr>
                      </a:lvl9pPr>
                    </a:lstStyle>
                    <a:p>
                      <a:pPr algn="ctr"/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669557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94343F-F441-EE6D-E241-E9D1375541EA}"/>
              </a:ext>
            </a:extLst>
          </p:cNvPr>
          <p:cNvSpPr txBox="1"/>
          <p:nvPr/>
        </p:nvSpPr>
        <p:spPr>
          <a:xfrm>
            <a:off x="1504096" y="5846544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同じ連結成分であると記録された組：</a:t>
            </a:r>
            <a:endParaRPr kumimoji="1" lang="en-US" altLang="ja-JP" dirty="0"/>
          </a:p>
          <a:p>
            <a:r>
              <a:rPr kumimoji="1" lang="en-US" altLang="ja-JP" dirty="0"/>
              <a:t>A-B-C</a:t>
            </a:r>
            <a:r>
              <a:rPr kumimoji="1" lang="ja-JP" altLang="en-US" dirty="0"/>
              <a:t>，</a:t>
            </a:r>
            <a:r>
              <a:rPr lang="en-US" altLang="ja-JP" dirty="0"/>
              <a:t>E</a:t>
            </a:r>
            <a:r>
              <a:rPr kumimoji="1" lang="en-US" altLang="ja-JP" dirty="0"/>
              <a:t>-F</a:t>
            </a:r>
            <a:r>
              <a:rPr kumimoji="1" lang="ja-JP" altLang="en-US" dirty="0"/>
              <a:t>，</a:t>
            </a:r>
            <a:r>
              <a:rPr kumimoji="1" lang="en-US" altLang="ja-JP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93723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ローチャート: 処理 2">
            <a:extLst>
              <a:ext uri="{FF2B5EF4-FFF2-40B4-BE49-F238E27FC236}">
                <a16:creationId xmlns:a16="http://schemas.microsoft.com/office/drawing/2014/main" id="{7CCD3096-D468-7EBA-2E99-162C2311F55D}"/>
              </a:ext>
            </a:extLst>
          </p:cNvPr>
          <p:cNvSpPr/>
          <p:nvPr/>
        </p:nvSpPr>
        <p:spPr>
          <a:xfrm>
            <a:off x="0" y="6488668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4 (1)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D903ED05-7283-D727-42B2-8CE3C2CF7B09}"/>
              </a:ext>
            </a:extLst>
          </p:cNvPr>
          <p:cNvSpPr/>
          <p:nvPr/>
        </p:nvSpPr>
        <p:spPr>
          <a:xfrm>
            <a:off x="1867302" y="6488668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 (2)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91B860FF-404B-9B4A-FDA3-90316948E01D}"/>
              </a:ext>
            </a:extLst>
          </p:cNvPr>
          <p:cNvSpPr/>
          <p:nvPr/>
        </p:nvSpPr>
        <p:spPr>
          <a:xfrm>
            <a:off x="745154" y="5006377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FA79313A-916D-5C5A-D231-06028E7863A4}"/>
              </a:ext>
            </a:extLst>
          </p:cNvPr>
          <p:cNvSpPr/>
          <p:nvPr/>
        </p:nvSpPr>
        <p:spPr>
          <a:xfrm>
            <a:off x="3734604" y="6488668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5</a:t>
            </a:r>
            <a:r>
              <a:rPr kumimoji="1" lang="en-US" altLang="ja-JP" dirty="0">
                <a:solidFill>
                  <a:schemeClr val="tx1"/>
                </a:solidFill>
              </a:rPr>
              <a:t> (5)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7CB24545-369D-D025-466C-19A4FA2B098C}"/>
              </a:ext>
            </a:extLst>
          </p:cNvPr>
          <p:cNvSpPr/>
          <p:nvPr/>
        </p:nvSpPr>
        <p:spPr>
          <a:xfrm>
            <a:off x="5601906" y="6488668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 (6)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859C0E32-0B6C-7F73-2822-89D17252D49C}"/>
              </a:ext>
            </a:extLst>
          </p:cNvPr>
          <p:cNvSpPr/>
          <p:nvPr/>
        </p:nvSpPr>
        <p:spPr>
          <a:xfrm>
            <a:off x="7255044" y="6488668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6 (20)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フローチャート: 処理 8">
            <a:extLst>
              <a:ext uri="{FF2B5EF4-FFF2-40B4-BE49-F238E27FC236}">
                <a16:creationId xmlns:a16="http://schemas.microsoft.com/office/drawing/2014/main" id="{22413ADA-5378-46EC-67D8-FAE33A1872F0}"/>
              </a:ext>
            </a:extLst>
          </p:cNvPr>
          <p:cNvSpPr/>
          <p:nvPr/>
        </p:nvSpPr>
        <p:spPr>
          <a:xfrm>
            <a:off x="9053364" y="6488668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0(30)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フローチャート: 処理 9">
            <a:extLst>
              <a:ext uri="{FF2B5EF4-FFF2-40B4-BE49-F238E27FC236}">
                <a16:creationId xmlns:a16="http://schemas.microsoft.com/office/drawing/2014/main" id="{34051DAE-25DD-9D44-05F5-B55FF132B157}"/>
              </a:ext>
            </a:extLst>
          </p:cNvPr>
          <p:cNvSpPr/>
          <p:nvPr/>
        </p:nvSpPr>
        <p:spPr>
          <a:xfrm>
            <a:off x="10851684" y="6488668"/>
            <a:ext cx="1326684" cy="36933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7(32)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399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メイリオ1">
      <a:majorFont>
        <a:latin typeface="Meiryo UI"/>
        <a:ea typeface="メイリオ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2A8FAE802F5BE4999A49041993971E7" ma:contentTypeVersion="10" ma:contentTypeDescription="新しいドキュメントを作成します。" ma:contentTypeScope="" ma:versionID="b8d8008d18811c26c3a6f8049ae03944">
  <xsd:schema xmlns:xsd="http://www.w3.org/2001/XMLSchema" xmlns:xs="http://www.w3.org/2001/XMLSchema" xmlns:p="http://schemas.microsoft.com/office/2006/metadata/properties" xmlns:ns2="3f2448f0-14ff-44a0-b9f0-4068ebc6948c" xmlns:ns3="1691ff36-5102-43ab-90dc-be7332a26000" targetNamespace="http://schemas.microsoft.com/office/2006/metadata/properties" ma:root="true" ma:fieldsID="49021ec845088350abe83c917dd2c192" ns2:_="" ns3:_="">
    <xsd:import namespace="3f2448f0-14ff-44a0-b9f0-4068ebc6948c"/>
    <xsd:import namespace="1691ff36-5102-43ab-90dc-be7332a2600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448f0-14ff-44a0-b9f0-4068ebc6948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1ff36-5102-43ab-90dc-be7332a2600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dde08a3-0adb-45d4-8436-36b260cf8112}" ma:internalName="TaxCatchAll" ma:showField="CatchAllData" ma:web="1691ff36-5102-43ab-90dc-be7332a260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2448f0-14ff-44a0-b9f0-4068ebc6948c">
      <Terms xmlns="http://schemas.microsoft.com/office/infopath/2007/PartnerControls"/>
    </lcf76f155ced4ddcb4097134ff3c332f>
    <ReferenceId xmlns="3f2448f0-14ff-44a0-b9f0-4068ebc6948c" xsi:nil="true"/>
    <TaxCatchAll xmlns="1691ff36-5102-43ab-90dc-be7332a26000" xsi:nil="true"/>
  </documentManagement>
</p:properties>
</file>

<file path=customXml/itemProps1.xml><?xml version="1.0" encoding="utf-8"?>
<ds:datastoreItem xmlns:ds="http://schemas.openxmlformats.org/officeDocument/2006/customXml" ds:itemID="{B7930F59-09B9-4A63-ADDE-F274E87DD4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2448f0-14ff-44a0-b9f0-4068ebc6948c"/>
    <ds:schemaRef ds:uri="1691ff36-5102-43ab-90dc-be7332a260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037423-8182-4EC4-8D9B-3F10AB7069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E9D122-6294-4C98-8055-3EF5A84406A5}">
  <ds:schemaRefs>
    <ds:schemaRef ds:uri="http://schemas.microsoft.com/office/2006/metadata/properties"/>
    <ds:schemaRef ds:uri="http://schemas.microsoft.com/office/infopath/2007/PartnerControls"/>
    <ds:schemaRef ds:uri="3f2448f0-14ff-44a0-b9f0-4068ebc6948c"/>
    <ds:schemaRef ds:uri="1691ff36-5102-43ab-90dc-be7332a260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206</Words>
  <Application>Microsoft Office PowerPoint</Application>
  <PresentationFormat>ワイド画面</PresentationFormat>
  <Paragraphs>146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Meiryo UI</vt:lpstr>
      <vt:lpstr>Arial</vt:lpstr>
      <vt:lpstr>Office テーマ</vt:lpstr>
      <vt:lpstr>レポート課題2 作業用</vt:lpstr>
      <vt:lpstr>問題1-1　限定色表示</vt:lpstr>
      <vt:lpstr>問題1-2 ラベリング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レポート課題2 作業用</dc:title>
  <dc:creator>原 貴之_長野</dc:creator>
  <cp:lastModifiedBy>栁原 魁人_長野</cp:lastModifiedBy>
  <cp:revision>10</cp:revision>
  <dcterms:created xsi:type="dcterms:W3CDTF">2025-10-29T00:16:19Z</dcterms:created>
  <dcterms:modified xsi:type="dcterms:W3CDTF">2026-01-11T07:53:10Z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0x01010012A8FAE802F5BE4999A49041993971E7</vt:lpwstr>
  </property>
</Properties>
</file>
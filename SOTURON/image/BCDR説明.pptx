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87137"/>
    <a:srgbClr val="AA8800"/>
    <a:srgbClr val="429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68" y="10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47E71-8371-76CC-57E5-CDE598074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5C476B-5F20-7471-6B0B-35A7E26F7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EF5989-1621-2820-E661-0AB5B826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C07FCF-1C69-FF78-3DED-C1710312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4868B-245A-D497-494D-AABC5DE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82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A8489-B56F-B61E-2E13-408DF1AC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286D25-0096-2DA0-0A9C-3B3802CE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8FAA9A-3DAF-C6A1-B577-5F2726EF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CFA304-2421-2B51-D230-E34172C9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076A07-A474-3714-5C5C-E746943D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21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2DDBF-FF64-BE66-4168-0F3A9605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C2544D-925E-A8C2-28D0-B890CFB2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ED30F9-D93F-0EAB-3F70-CCABC0BF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3903B-0764-48A2-8D2B-0F91E926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5A78A9-030C-7F5A-3B98-FD295907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73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F299B-A8F5-6542-8CAE-2BEFAC51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41BBCE-D05F-C8DA-9092-06B574DAD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AD8826-41EC-FD32-7B68-1694AA0D7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935B19-94B0-2B5A-3CAE-A839C09F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9F4F21-E7F4-8DCB-0C36-366DE7C5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1149DA-5CD5-EEB8-D649-82801252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46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C7B20-A10C-63C1-9EEF-6882709F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1AB7B1-5131-5818-222D-FF8F56D88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1EAB18-5A47-8954-5BA2-87A6E0BF0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62D685D-65C5-944A-E87C-CB7B46FE6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67BFDA9-9241-4512-27E0-C86005502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CDA2DB-7326-5746-DA6B-26441C5B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5DD5F1-EE13-D34F-5081-C3597EA4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CD49B8-C6D0-AAA8-3F47-D76978DC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05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91679-5599-D6F4-21C1-7E32E314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D9AF0B-84BE-89A0-A363-B8080974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AB1957-3CF6-DACC-1BA6-7D2C2BD8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711268-C9F8-C48A-8F42-1650B835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38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911A4D-0164-D93B-678C-BE8F9ED9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08ED99-6350-110A-23CA-EC04A351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413E95-9583-DDB3-323A-B4A99681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43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EBB35-5E2B-F7A9-E8F8-D5F13152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0929F5-0953-7C80-39B6-81A0F6FDC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0A0498-1733-51AD-B872-333D4471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A0EE9A-8408-A89E-D94C-3A70977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21BF03-5986-1DC8-76E2-50A0A641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C5BA8A-A0CF-EAAA-3647-C1342FAB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7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91967-3686-AD1D-8C80-681A28A8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5CDA6F-B28C-5639-6346-9821EC302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63C6B1-C203-EEB5-08CE-556FEFEC1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57B18B-8428-E1A5-76FA-B7480C7B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9A5CF1-FAFC-2B76-2C98-9C24A5DB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9A1AE6-6A89-A90A-544E-25A98F2F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05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52D76-AD14-A7E8-76B9-8D64508A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89FD47-1E19-11FB-5691-1E48AF47F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03714-D23C-E92A-133B-B177233BC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C683D9-98D3-5BA1-7762-EA0F3154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5EE6E3-0507-6CA4-759D-5865AD9C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05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7BC8BC-DF20-B8E0-E0F2-8976546CD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227FDF-C788-1DAD-44C8-D774A0AF3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D3DE4F-2337-15B1-FFFE-62DE3BD1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3383A6-8AF8-56B5-F3FB-6900BD9B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6D4792-531B-53E4-5481-B85898F4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85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2618DB-29B0-B009-7C17-A173C50E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B953EE-8634-E531-DE68-C9796A56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1C2D0-76B6-BB66-9A93-347E7159C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14927-CEE8-4D72-8412-A7EFE7D18A4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89D395-08A7-24A7-5208-444E6A6A8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47FE73-515D-8D3D-8ECA-335A35652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27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60F713F6-70DF-F224-9AD3-65580917F312}"/>
              </a:ext>
            </a:extLst>
          </p:cNvPr>
          <p:cNvGrpSpPr/>
          <p:nvPr/>
        </p:nvGrpSpPr>
        <p:grpSpPr>
          <a:xfrm>
            <a:off x="880690" y="-171000"/>
            <a:ext cx="3600000" cy="6461672"/>
            <a:chOff x="906090" y="-171000"/>
            <a:chExt cx="3600000" cy="6461672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01A33428-8281-D0CF-F2D7-D91F4090A9F3}"/>
                </a:ext>
              </a:extLst>
            </p:cNvPr>
            <p:cNvSpPr/>
            <p:nvPr/>
          </p:nvSpPr>
          <p:spPr>
            <a:xfrm>
              <a:off x="906090" y="2690672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EA2B594-7E89-AB24-D9E5-E873364E43CE}"/>
                </a:ext>
              </a:extLst>
            </p:cNvPr>
            <p:cNvSpPr/>
            <p:nvPr/>
          </p:nvSpPr>
          <p:spPr>
            <a:xfrm>
              <a:off x="1266090" y="2921678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FA8FC1F2-B9B1-8DAC-D881-15B76EB75FD8}"/>
                </a:ext>
              </a:extLst>
            </p:cNvPr>
            <p:cNvSpPr/>
            <p:nvPr/>
          </p:nvSpPr>
          <p:spPr>
            <a:xfrm>
              <a:off x="1986090" y="2778575"/>
              <a:ext cx="1440000" cy="14400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63500" contourW="25400" prstMaterial="matte">
              <a:bevelT w="0" h="0"/>
              <a:extrusionClr>
                <a:srgbClr val="FF66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5DC77070-1FA8-5011-7693-8EE063A1B560}"/>
                </a:ext>
              </a:extLst>
            </p:cNvPr>
            <p:cNvSpPr/>
            <p:nvPr/>
          </p:nvSpPr>
          <p:spPr>
            <a:xfrm>
              <a:off x="1266090" y="1195472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2F96E95-4D95-4BDB-32B0-64422749C755}"/>
                </a:ext>
              </a:extLst>
            </p:cNvPr>
            <p:cNvSpPr/>
            <p:nvPr/>
          </p:nvSpPr>
          <p:spPr>
            <a:xfrm>
              <a:off x="906090" y="-171000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752D448-203D-A45D-8494-3A061739F0AC}"/>
              </a:ext>
            </a:extLst>
          </p:cNvPr>
          <p:cNvGrpSpPr/>
          <p:nvPr/>
        </p:nvGrpSpPr>
        <p:grpSpPr>
          <a:xfrm>
            <a:off x="7012196" y="-171000"/>
            <a:ext cx="3600000" cy="6461672"/>
            <a:chOff x="7253973" y="-171000"/>
            <a:chExt cx="3600000" cy="646167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8A8F10C-E165-B62C-A8A9-8F46A34BB47A}"/>
                </a:ext>
              </a:extLst>
            </p:cNvPr>
            <p:cNvSpPr/>
            <p:nvPr/>
          </p:nvSpPr>
          <p:spPr>
            <a:xfrm>
              <a:off x="7253973" y="2690672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29108038-A779-2FF6-1FCE-8FC39620295A}"/>
                </a:ext>
              </a:extLst>
            </p:cNvPr>
            <p:cNvGrpSpPr/>
            <p:nvPr/>
          </p:nvGrpSpPr>
          <p:grpSpPr>
            <a:xfrm>
              <a:off x="7592483" y="2987172"/>
              <a:ext cx="2880000" cy="2880000"/>
              <a:chOff x="6117490" y="2690672"/>
              <a:chExt cx="2880000" cy="2880000"/>
            </a:xfrm>
            <a:scene3d>
              <a:camera prst="isometricOffAxis2Top"/>
              <a:lightRig rig="contrasting" dir="t"/>
            </a:scene3d>
          </p:grpSpPr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52E6BE6A-DF71-55E2-BFC6-D110A57E2820}"/>
                  </a:ext>
                </a:extLst>
              </p:cNvPr>
              <p:cNvSpPr/>
              <p:nvPr/>
            </p:nvSpPr>
            <p:spPr>
              <a:xfrm>
                <a:off x="6117490" y="2690672"/>
                <a:ext cx="2880000" cy="2880000"/>
              </a:xfrm>
              <a:prstGeom prst="ellipse">
                <a:avLst/>
              </a:prstGeom>
              <a:solidFill>
                <a:srgbClr val="AA8800"/>
              </a:solidFill>
              <a:ln>
                <a:noFill/>
              </a:ln>
              <a:sp3d extrusionH="127000" contourW="25400" prstMaterial="matte">
                <a:bevelT w="0" h="0"/>
                <a:extrusionClr>
                  <a:srgbClr val="AA8800"/>
                </a:extrusionClr>
                <a:contourClr>
                  <a:schemeClr val="tx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8071E9E4-12C4-0CD2-105F-BB255D872E2B}"/>
                  </a:ext>
                </a:extLst>
              </p:cNvPr>
              <p:cNvSpPr/>
              <p:nvPr/>
            </p:nvSpPr>
            <p:spPr>
              <a:xfrm>
                <a:off x="6837490" y="3410672"/>
                <a:ext cx="1440000" cy="1440000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  <a:sp3d extrusionH="12700" contourW="6350" prstMaterial="matte">
                <a:bevelT w="0" h="0"/>
                <a:extrusionClr>
                  <a:srgbClr val="FF6600"/>
                </a:extrusionClr>
                <a:contourClr>
                  <a:schemeClr val="tx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C5ACE2E1-80D2-4258-A14E-D84A5CC3F79C}"/>
                </a:ext>
              </a:extLst>
            </p:cNvPr>
            <p:cNvSpPr/>
            <p:nvPr/>
          </p:nvSpPr>
          <p:spPr>
            <a:xfrm>
              <a:off x="7592483" y="1195472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48616E4-D33D-B29E-03A9-155E57943F15}"/>
                </a:ext>
              </a:extLst>
            </p:cNvPr>
            <p:cNvSpPr/>
            <p:nvPr/>
          </p:nvSpPr>
          <p:spPr>
            <a:xfrm>
              <a:off x="7253973" y="-171000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F178689-BF5F-A36A-9197-99F747D4DD51}"/>
              </a:ext>
            </a:extLst>
          </p:cNvPr>
          <p:cNvSpPr txBox="1"/>
          <p:nvPr/>
        </p:nvSpPr>
        <p:spPr>
          <a:xfrm>
            <a:off x="5036490" y="1700199"/>
            <a:ext cx="1373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銅電極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FE6A41D7-80E7-694A-B853-AF3AA2C9D859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6409924" y="1680949"/>
            <a:ext cx="1845076" cy="28086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E02DBF6-C3D9-9375-EEE3-F26E419F443F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3200400" y="1757354"/>
            <a:ext cx="1836090" cy="204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E08C998-D5BF-A584-BC10-2A503B590F67}"/>
              </a:ext>
            </a:extLst>
          </p:cNvPr>
          <p:cNvSpPr txBox="1"/>
          <p:nvPr/>
        </p:nvSpPr>
        <p:spPr>
          <a:xfrm>
            <a:off x="5036490" y="2495602"/>
            <a:ext cx="1373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誘電体</a:t>
            </a:r>
            <a:endParaRPr kumimoji="1" lang="ja-JP" altLang="en-US" sz="28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5E0B08A-002E-7490-804B-64A1C20E7967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3083847" y="2757212"/>
            <a:ext cx="1952643" cy="464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7BFD535-CBD1-9506-074C-92B017FE8484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409924" y="2717717"/>
            <a:ext cx="2031343" cy="394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FC0800D-A091-8CD3-7C2B-B6543DF0B1F6}"/>
              </a:ext>
            </a:extLst>
          </p:cNvPr>
          <p:cNvSpPr txBox="1"/>
          <p:nvPr/>
        </p:nvSpPr>
        <p:spPr>
          <a:xfrm>
            <a:off x="5195337" y="3291005"/>
            <a:ext cx="1055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銅箔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A7C5F64-1449-AD82-9E11-88EC835581A1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2808682" y="3459070"/>
            <a:ext cx="2386655" cy="93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4F3B77D0-33E8-F806-3CB3-1C032DF64B7A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251077" y="3552615"/>
            <a:ext cx="2539629" cy="8193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AE0F5E-095E-D511-7BA9-E184CBDC4BE9}"/>
              </a:ext>
            </a:extLst>
          </p:cNvPr>
          <p:cNvSpPr txBox="1"/>
          <p:nvPr/>
        </p:nvSpPr>
        <p:spPr>
          <a:xfrm>
            <a:off x="859200" y="5448447"/>
            <a:ext cx="298873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ja-JP" altLang="en-US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プロセス</a:t>
            </a:r>
            <a:r>
              <a:rPr lang="en-US" altLang="ja-JP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1</a:t>
            </a:r>
            <a:endParaRPr kumimoji="1" lang="ja-JP" altLang="en-US" sz="28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C5872CA-FC6C-C056-24A8-208310AF1691}"/>
              </a:ext>
            </a:extLst>
          </p:cNvPr>
          <p:cNvSpPr txBox="1"/>
          <p:nvPr/>
        </p:nvSpPr>
        <p:spPr>
          <a:xfrm>
            <a:off x="7079652" y="5448447"/>
            <a:ext cx="298873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ja-JP" altLang="en-US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プロセス</a:t>
            </a:r>
            <a:r>
              <a:rPr lang="en-US" altLang="ja-JP" sz="28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2</a:t>
            </a:r>
            <a:endParaRPr kumimoji="1" lang="ja-JP" altLang="en-US" sz="28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473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明朝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栁原 魁人_長野</dc:creator>
  <cp:lastModifiedBy>栁原 魁人_長野</cp:lastModifiedBy>
  <cp:revision>6</cp:revision>
  <dcterms:created xsi:type="dcterms:W3CDTF">2026-01-15T07:14:20Z</dcterms:created>
  <dcterms:modified xsi:type="dcterms:W3CDTF">2026-01-16T01:34:39Z</dcterms:modified>
</cp:coreProperties>
</file>
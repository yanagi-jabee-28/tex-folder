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87137"/>
    <a:srgbClr val="F6DF80"/>
    <a:srgbClr val="FF6600"/>
    <a:srgbClr val="AA8800"/>
    <a:srgbClr val="4290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15" autoAdjust="0"/>
    <p:restoredTop sz="94660"/>
  </p:normalViewPr>
  <p:slideViewPr>
    <p:cSldViewPr snapToGrid="0" showGuides="1">
      <p:cViewPr>
        <p:scale>
          <a:sx n="66" d="100"/>
          <a:sy n="66" d="100"/>
        </p:scale>
        <p:origin x="1292" y="11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0F47E71-8371-76CC-57E5-CDE5980749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65C476B-5F20-7471-6B0B-35A7E26F78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4EF5989-1621-2820-E661-0AB5B8267F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14927-CEE8-4D72-8412-A7EFE7D18A44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FC07FCF-1C69-FF78-3DED-C1710312F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1A4868B-245A-D497-494D-AABC5DE95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B3CE3-3AD6-4414-9B4F-E5DB67183F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58296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CCA8489-B56F-B61E-2E13-408DF1AC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E286D25-0096-2DA0-0A9C-3B3802CE0E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38FAA9A-3DAF-C6A1-B577-5F2726EF97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14927-CEE8-4D72-8412-A7EFE7D18A44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4CFA304-2421-2B51-D230-E34172C9D4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1076A07-A474-3714-5C5C-E746943D1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B3CE3-3AD6-4414-9B4F-E5DB67183F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742115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152DDBF-FF64-BE66-4168-0F3A9605B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5C2544D-925E-A8C2-28D0-B890CFB25B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5ED30F9-D93F-0EAB-3F70-CCABC0BFD0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14927-CEE8-4D72-8412-A7EFE7D18A44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8C3903B-0764-48A2-8D2B-0F91E926E0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45A78A9-030C-7F5A-3B98-FD295907C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B3CE3-3AD6-4414-9B4F-E5DB67183F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517351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C7F299B-A8F5-6542-8CAE-2BEFAC51F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841BBCE-D05F-C8DA-9092-06B574DAD0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AAD8826-41EC-FD32-7B68-1694AA0D74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2935B19-94B0-2B5A-3CAE-A839C09F69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14927-CEE8-4D72-8412-A7EFE7D18A44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09F4F21-E7F4-8DCB-0C36-366DE7C5E2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A1149DA-5CD5-EEB8-D649-828012521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B3CE3-3AD6-4414-9B4F-E5DB67183F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444676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6EC7B20-A10C-63C1-9EEF-6882709FE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71AB7B1-5131-5818-222D-FF8F56D887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71EAB18-5A47-8954-5BA2-87A6E0BF0D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62D685D-65C5-944A-E87C-CB7B46FE6CF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67BFDA9-9241-4512-27E0-C860055027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3CDA2DB-7326-5746-DA6B-26441C5BBF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14927-CEE8-4D72-8412-A7EFE7D18A44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95DD5F1-EE13-D34F-5081-C3597EA4E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DCD49B8-C6D0-AAA8-3F47-D76978DCAE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B3CE3-3AD6-4414-9B4F-E5DB67183F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520587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6391679-5599-D6F4-21C1-7E32E3141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4D9AF0B-84BE-89A0-A363-B80809744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14927-CEE8-4D72-8412-A7EFE7D18A44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E9AB1957-3CF6-DACC-1BA6-7D2C2BD8F8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1711268-C9F8-C48A-8F42-1650B8354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B3CE3-3AD6-4414-9B4F-E5DB67183F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923889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D911A4D-0164-D93B-678C-BE8F9ED93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14927-CEE8-4D72-8412-A7EFE7D18A44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08ED99-6350-110A-23CA-EC04A35180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9413E95-9583-DDB3-323A-B4A996814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B3CE3-3AD6-4414-9B4F-E5DB67183F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674302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90EBB35-5E2B-F7A9-E8F8-D5F1315281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D0929F5-0953-7C80-39B6-81A0F6FDCE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50A0498-1733-51AD-B872-333D447135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FA0EE9A-8408-A89E-D94C-3A70977475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14927-CEE8-4D72-8412-A7EFE7D18A44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B21BF03-5986-1DC8-76E2-50A0A6417E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9C5BA8A-A0CF-EAAA-3647-C1342FAB3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B3CE3-3AD6-4414-9B4F-E5DB67183F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49779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C891967-3686-AD1D-8C80-681A28A832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485CDA6F-B28C-5639-6346-9821EC302A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063C6B1-C203-EEB5-08CE-556FEFEC13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C57B18B-8428-E1A5-76FA-B7480C7BA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14927-CEE8-4D72-8412-A7EFE7D18A44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C9A5CF1-FAFC-2B76-2C98-9C24A5DBB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29A1AE6-6A89-A90A-544E-25A98F2F60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B3CE3-3AD6-4414-9B4F-E5DB67183F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210595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7652D76-AD14-A7E8-76B9-8D64508A7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789FD47-1E19-11FB-5691-1E48AF47F6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DB03714-D23C-E92A-133B-B177233BC9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14927-CEE8-4D72-8412-A7EFE7D18A44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BC683D9-98D3-5BA1-7762-EA0F3154A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25EE6E3-0507-6CA4-759D-5865AD9C4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B3CE3-3AD6-4414-9B4F-E5DB67183F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200574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C7BC8BC-DF20-B8E0-E0F2-8976546CDF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F227FDF-C788-1DAD-44C8-D774A0AF34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CD3DE4F-2337-15B1-FFFE-62DE3BD1F4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14927-CEE8-4D72-8412-A7EFE7D18A44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93383A6-8AF8-56B5-F3FB-6900BD9BE9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C6D4792-531B-53E4-5481-B85898F4E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B3CE3-3AD6-4414-9B4F-E5DB67183F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878551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A2618DB-29B0-B009-7C17-A173C50EE2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7B953EE-8634-E531-DE68-C9796A5669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DB1C2D0-76B6-BB66-9A93-347E7159CD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814927-CEE8-4D72-8412-A7EFE7D18A44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389D395-08A7-24A7-5208-444E6A6A82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A47FE73-515D-8D3D-8ECA-335A356521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CFB3CE3-3AD6-4414-9B4F-E5DB67183F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082744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01A33428-8281-D0CF-F2D7-D91F4090A9F3}"/>
              </a:ext>
            </a:extLst>
          </p:cNvPr>
          <p:cNvSpPr/>
          <p:nvPr/>
        </p:nvSpPr>
        <p:spPr>
          <a:xfrm>
            <a:off x="880690" y="2690672"/>
            <a:ext cx="3600000" cy="3600000"/>
          </a:xfrm>
          <a:prstGeom prst="rect">
            <a:avLst/>
          </a:prstGeom>
          <a:solidFill>
            <a:srgbClr val="C87137"/>
          </a:solidFill>
          <a:ln>
            <a:noFill/>
          </a:ln>
          <a:scene3d>
            <a:camera prst="isometricOffAxis2Top"/>
            <a:lightRig rig="contrasting" dir="t"/>
          </a:scene3d>
          <a:sp3d extrusionH="317500" contourW="25400">
            <a:extrusionClr>
              <a:srgbClr val="C87137"/>
            </a:extrusionClr>
            <a:contourClr>
              <a:schemeClr val="tx1"/>
            </a:contour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FEA2B594-7E89-AB24-D9E5-E873364E43CE}"/>
              </a:ext>
            </a:extLst>
          </p:cNvPr>
          <p:cNvSpPr/>
          <p:nvPr/>
        </p:nvSpPr>
        <p:spPr>
          <a:xfrm>
            <a:off x="1240690" y="2921678"/>
            <a:ext cx="2880000" cy="2880000"/>
          </a:xfrm>
          <a:prstGeom prst="ellipse">
            <a:avLst/>
          </a:prstGeom>
          <a:solidFill>
            <a:srgbClr val="AA8800"/>
          </a:solidFill>
          <a:ln>
            <a:noFill/>
          </a:ln>
          <a:scene3d>
            <a:camera prst="isometricOffAxis2Top"/>
            <a:lightRig rig="contrasting" dir="t"/>
          </a:scene3d>
          <a:sp3d extrusionH="127000" contourW="25400" prstMaterial="matte">
            <a:bevelT w="0" h="0"/>
            <a:extrusionClr>
              <a:srgbClr val="AA8800"/>
            </a:extrusionClr>
            <a:contourClr>
              <a:schemeClr val="tx1"/>
            </a:contour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6" name="楕円 15">
            <a:extLst>
              <a:ext uri="{FF2B5EF4-FFF2-40B4-BE49-F238E27FC236}">
                <a16:creationId xmlns:a16="http://schemas.microsoft.com/office/drawing/2014/main" id="{FA8FC1F2-B9B1-8DAC-D881-15B76EB75FD8}"/>
              </a:ext>
            </a:extLst>
          </p:cNvPr>
          <p:cNvSpPr/>
          <p:nvPr/>
        </p:nvSpPr>
        <p:spPr>
          <a:xfrm>
            <a:off x="1960690" y="2778575"/>
            <a:ext cx="1440000" cy="1440000"/>
          </a:xfrm>
          <a:prstGeom prst="ellipse">
            <a:avLst/>
          </a:prstGeom>
          <a:solidFill>
            <a:srgbClr val="FF6600"/>
          </a:solidFill>
          <a:ln>
            <a:noFill/>
          </a:ln>
          <a:scene3d>
            <a:camera prst="isometricOffAxis2Top"/>
            <a:lightRig rig="contrasting" dir="t"/>
          </a:scene3d>
          <a:sp3d extrusionH="63500" contourW="25400" prstMaterial="matte">
            <a:bevelT w="0" h="0"/>
            <a:extrusionClr>
              <a:srgbClr val="FF6600"/>
            </a:extrusionClr>
            <a:contourClr>
              <a:schemeClr val="tx1"/>
            </a:contour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5DC77070-1FA8-5011-7693-8EE063A1B560}"/>
              </a:ext>
            </a:extLst>
          </p:cNvPr>
          <p:cNvSpPr/>
          <p:nvPr/>
        </p:nvSpPr>
        <p:spPr>
          <a:xfrm>
            <a:off x="1240690" y="1195472"/>
            <a:ext cx="2880000" cy="2880000"/>
          </a:xfrm>
          <a:prstGeom prst="ellipse">
            <a:avLst/>
          </a:prstGeom>
          <a:solidFill>
            <a:srgbClr val="AA8800"/>
          </a:solidFill>
          <a:ln>
            <a:noFill/>
          </a:ln>
          <a:scene3d>
            <a:camera prst="isometricOffAxis2Top"/>
            <a:lightRig rig="contrasting" dir="t"/>
          </a:scene3d>
          <a:sp3d extrusionH="127000" contourW="25400" prstMaterial="matte">
            <a:bevelT w="0" h="0"/>
            <a:extrusionClr>
              <a:srgbClr val="AA8800"/>
            </a:extrusionClr>
            <a:contourClr>
              <a:schemeClr val="tx1"/>
            </a:contour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88A8F10C-E165-B62C-A8A9-8F46A34BB47A}"/>
              </a:ext>
            </a:extLst>
          </p:cNvPr>
          <p:cNvSpPr/>
          <p:nvPr/>
        </p:nvSpPr>
        <p:spPr>
          <a:xfrm>
            <a:off x="7012196" y="2690672"/>
            <a:ext cx="3600000" cy="3600000"/>
          </a:xfrm>
          <a:prstGeom prst="rect">
            <a:avLst/>
          </a:prstGeom>
          <a:solidFill>
            <a:srgbClr val="C87137"/>
          </a:solidFill>
          <a:ln>
            <a:noFill/>
          </a:ln>
          <a:scene3d>
            <a:camera prst="isometricOffAxis2Top"/>
            <a:lightRig rig="contrasting" dir="t"/>
          </a:scene3d>
          <a:sp3d extrusionH="317500" contourW="25400">
            <a:extrusionClr>
              <a:srgbClr val="C87137"/>
            </a:extrusionClr>
            <a:contourClr>
              <a:schemeClr val="tx1"/>
            </a:contour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29108038-A779-2FF6-1FCE-8FC39620295A}"/>
              </a:ext>
            </a:extLst>
          </p:cNvPr>
          <p:cNvGrpSpPr/>
          <p:nvPr/>
        </p:nvGrpSpPr>
        <p:grpSpPr>
          <a:xfrm>
            <a:off x="7350706" y="2987172"/>
            <a:ext cx="2880000" cy="2880000"/>
            <a:chOff x="6117490" y="2690672"/>
            <a:chExt cx="2880000" cy="2880000"/>
          </a:xfrm>
          <a:scene3d>
            <a:camera prst="isometricOffAxis2Top"/>
            <a:lightRig rig="contrasting" dir="t"/>
          </a:scene3d>
        </p:grpSpPr>
        <p:sp>
          <p:nvSpPr>
            <p:cNvPr id="18" name="楕円 17">
              <a:extLst>
                <a:ext uri="{FF2B5EF4-FFF2-40B4-BE49-F238E27FC236}">
                  <a16:creationId xmlns:a16="http://schemas.microsoft.com/office/drawing/2014/main" id="{52E6BE6A-DF71-55E2-BFC6-D110A57E2820}"/>
                </a:ext>
              </a:extLst>
            </p:cNvPr>
            <p:cNvSpPr/>
            <p:nvPr/>
          </p:nvSpPr>
          <p:spPr>
            <a:xfrm>
              <a:off x="6117490" y="2690672"/>
              <a:ext cx="2880000" cy="2880000"/>
            </a:xfrm>
            <a:prstGeom prst="ellipse">
              <a:avLst/>
            </a:prstGeom>
            <a:solidFill>
              <a:srgbClr val="AA8800"/>
            </a:solidFill>
            <a:ln>
              <a:noFill/>
            </a:ln>
            <a:sp3d extrusionH="127000" contourW="25400" prstMaterial="matte">
              <a:bevelT w="0" h="0"/>
              <a:extrusionClr>
                <a:srgbClr val="AA8800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9" name="楕円 18">
              <a:extLst>
                <a:ext uri="{FF2B5EF4-FFF2-40B4-BE49-F238E27FC236}">
                  <a16:creationId xmlns:a16="http://schemas.microsoft.com/office/drawing/2014/main" id="{8071E9E4-12C4-0CD2-105F-BB255D872E2B}"/>
                </a:ext>
              </a:extLst>
            </p:cNvPr>
            <p:cNvSpPr/>
            <p:nvPr/>
          </p:nvSpPr>
          <p:spPr>
            <a:xfrm>
              <a:off x="6837490" y="3410672"/>
              <a:ext cx="1440000" cy="1440000"/>
            </a:xfrm>
            <a:prstGeom prst="ellipse">
              <a:avLst/>
            </a:prstGeom>
            <a:solidFill>
              <a:srgbClr val="FF6600"/>
            </a:solidFill>
            <a:ln>
              <a:noFill/>
            </a:ln>
            <a:sp3d extrusionH="12700" contourW="6350" prstMaterial="matte">
              <a:bevelT w="0" h="0"/>
              <a:extrusionClr>
                <a:srgbClr val="FF6600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20" name="楕円 19">
            <a:extLst>
              <a:ext uri="{FF2B5EF4-FFF2-40B4-BE49-F238E27FC236}">
                <a16:creationId xmlns:a16="http://schemas.microsoft.com/office/drawing/2014/main" id="{C5ACE2E1-80D2-4258-A14E-D84A5CC3F79C}"/>
              </a:ext>
            </a:extLst>
          </p:cNvPr>
          <p:cNvSpPr/>
          <p:nvPr/>
        </p:nvSpPr>
        <p:spPr>
          <a:xfrm>
            <a:off x="7350706" y="1195472"/>
            <a:ext cx="2880000" cy="2880000"/>
          </a:xfrm>
          <a:prstGeom prst="ellipse">
            <a:avLst/>
          </a:prstGeom>
          <a:solidFill>
            <a:srgbClr val="AA8800"/>
          </a:solidFill>
          <a:ln>
            <a:noFill/>
          </a:ln>
          <a:scene3d>
            <a:camera prst="isometricOffAxis2Top"/>
            <a:lightRig rig="contrasting" dir="t"/>
          </a:scene3d>
          <a:sp3d extrusionH="127000" contourW="25400" prstMaterial="matte">
            <a:bevelT w="0" h="0"/>
            <a:extrusionClr>
              <a:srgbClr val="AA8800"/>
            </a:extrusionClr>
            <a:contourClr>
              <a:schemeClr val="tx1"/>
            </a:contour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0F178689-BF5F-A36A-9197-99F747D4DD51}"/>
              </a:ext>
            </a:extLst>
          </p:cNvPr>
          <p:cNvSpPr txBox="1"/>
          <p:nvPr/>
        </p:nvSpPr>
        <p:spPr>
          <a:xfrm>
            <a:off x="5036490" y="1700199"/>
            <a:ext cx="13734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dirty="0">
                <a:latin typeface="ＭＳ 明朝" panose="02020609040205080304" pitchFamily="17" charset="-128"/>
                <a:ea typeface="ＭＳ 明朝" panose="02020609040205080304" pitchFamily="17" charset="-128"/>
              </a:rPr>
              <a:t>銅電極</a:t>
            </a:r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FE6A41D7-80E7-694A-B853-AF3AA2C9D859}"/>
              </a:ext>
            </a:extLst>
          </p:cNvPr>
          <p:cNvCxnSpPr>
            <a:cxnSpLocks/>
            <a:stCxn id="25" idx="3"/>
          </p:cNvCxnSpPr>
          <p:nvPr/>
        </p:nvCxnSpPr>
        <p:spPr>
          <a:xfrm>
            <a:off x="6409924" y="1961809"/>
            <a:ext cx="1110967" cy="22501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6E02DBF6-C3D9-9375-EEE3-F26E419F443F}"/>
              </a:ext>
            </a:extLst>
          </p:cNvPr>
          <p:cNvCxnSpPr>
            <a:cxnSpLocks/>
            <a:stCxn id="25" idx="1"/>
          </p:cNvCxnSpPr>
          <p:nvPr/>
        </p:nvCxnSpPr>
        <p:spPr>
          <a:xfrm flipH="1">
            <a:off x="3677961" y="1961809"/>
            <a:ext cx="1358529" cy="39829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8E08C998-D5BF-A584-BC10-2A503B590F67}"/>
              </a:ext>
            </a:extLst>
          </p:cNvPr>
          <p:cNvSpPr txBox="1"/>
          <p:nvPr/>
        </p:nvSpPr>
        <p:spPr>
          <a:xfrm>
            <a:off x="5036490" y="2495602"/>
            <a:ext cx="13734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2800" dirty="0">
                <a:latin typeface="ＭＳ 明朝" panose="02020609040205080304" pitchFamily="17" charset="-128"/>
                <a:ea typeface="ＭＳ 明朝" panose="02020609040205080304" pitchFamily="17" charset="-128"/>
              </a:rPr>
              <a:t>誘電体</a:t>
            </a:r>
            <a:endParaRPr kumimoji="1" lang="ja-JP" altLang="en-US" sz="2800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B5E0B08A-002E-7490-804B-64A1C20E7967}"/>
              </a:ext>
            </a:extLst>
          </p:cNvPr>
          <p:cNvCxnSpPr>
            <a:cxnSpLocks/>
            <a:stCxn id="34" idx="1"/>
          </p:cNvCxnSpPr>
          <p:nvPr/>
        </p:nvCxnSpPr>
        <p:spPr>
          <a:xfrm flipH="1">
            <a:off x="3083847" y="2757212"/>
            <a:ext cx="1952643" cy="4649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87BFD535-CBD1-9506-074C-92B017FE8484}"/>
              </a:ext>
            </a:extLst>
          </p:cNvPr>
          <p:cNvCxnSpPr>
            <a:cxnSpLocks/>
            <a:stCxn id="34" idx="3"/>
          </p:cNvCxnSpPr>
          <p:nvPr/>
        </p:nvCxnSpPr>
        <p:spPr>
          <a:xfrm flipV="1">
            <a:off x="6409924" y="2717717"/>
            <a:ext cx="2031343" cy="3949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4FC0800D-A091-8CD3-7C2B-B6543DF0B1F6}"/>
              </a:ext>
            </a:extLst>
          </p:cNvPr>
          <p:cNvSpPr txBox="1"/>
          <p:nvPr/>
        </p:nvSpPr>
        <p:spPr>
          <a:xfrm>
            <a:off x="5195337" y="3291005"/>
            <a:ext cx="10557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dirty="0">
                <a:latin typeface="ＭＳ 明朝" panose="02020609040205080304" pitchFamily="17" charset="-128"/>
                <a:ea typeface="ＭＳ 明朝" panose="02020609040205080304" pitchFamily="17" charset="-128"/>
              </a:rPr>
              <a:t>銅箔</a:t>
            </a:r>
          </a:p>
        </p:txBody>
      </p:sp>
      <p:cxnSp>
        <p:nvCxnSpPr>
          <p:cNvPr id="43" name="直線矢印コネクタ 42">
            <a:extLst>
              <a:ext uri="{FF2B5EF4-FFF2-40B4-BE49-F238E27FC236}">
                <a16:creationId xmlns:a16="http://schemas.microsoft.com/office/drawing/2014/main" id="{3A7C5F64-1449-AD82-9E11-88EC835581A1}"/>
              </a:ext>
            </a:extLst>
          </p:cNvPr>
          <p:cNvCxnSpPr>
            <a:cxnSpLocks/>
            <a:stCxn id="42" idx="1"/>
          </p:cNvCxnSpPr>
          <p:nvPr/>
        </p:nvCxnSpPr>
        <p:spPr>
          <a:xfrm flipH="1" flipV="1">
            <a:off x="2808682" y="3459070"/>
            <a:ext cx="2386655" cy="9354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直線矢印コネクタ 45">
            <a:extLst>
              <a:ext uri="{FF2B5EF4-FFF2-40B4-BE49-F238E27FC236}">
                <a16:creationId xmlns:a16="http://schemas.microsoft.com/office/drawing/2014/main" id="{4F3B77D0-33E8-F806-3CB3-1C032DF64B7A}"/>
              </a:ext>
            </a:extLst>
          </p:cNvPr>
          <p:cNvCxnSpPr>
            <a:cxnSpLocks/>
            <a:stCxn id="42" idx="3"/>
          </p:cNvCxnSpPr>
          <p:nvPr/>
        </p:nvCxnSpPr>
        <p:spPr>
          <a:xfrm>
            <a:off x="6251077" y="3552615"/>
            <a:ext cx="2539629" cy="81935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91AE0F5E-095E-D511-7BA9-E184CBDC4BE9}"/>
              </a:ext>
            </a:extLst>
          </p:cNvPr>
          <p:cNvSpPr txBox="1"/>
          <p:nvPr/>
        </p:nvSpPr>
        <p:spPr>
          <a:xfrm>
            <a:off x="859200" y="6794518"/>
            <a:ext cx="2988734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ja-JP" altLang="en-US" sz="2800" dirty="0">
                <a:latin typeface="ＭＳ 明朝" panose="02020609040205080304" pitchFamily="17" charset="-128"/>
                <a:ea typeface="ＭＳ 明朝" panose="02020609040205080304" pitchFamily="17" charset="-128"/>
              </a:rPr>
              <a:t>プロセス</a:t>
            </a:r>
            <a:r>
              <a:rPr lang="en-US" altLang="ja-JP" sz="2800" dirty="0">
                <a:latin typeface="ＭＳ 明朝" panose="02020609040205080304" pitchFamily="17" charset="-128"/>
                <a:ea typeface="ＭＳ 明朝" panose="02020609040205080304" pitchFamily="17" charset="-128"/>
              </a:rPr>
              <a:t>(1)</a:t>
            </a:r>
            <a:endParaRPr kumimoji="1" lang="ja-JP" altLang="en-US" sz="2800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0C5872CA-FC6C-C056-24A8-208310AF1691}"/>
              </a:ext>
            </a:extLst>
          </p:cNvPr>
          <p:cNvSpPr txBox="1"/>
          <p:nvPr/>
        </p:nvSpPr>
        <p:spPr>
          <a:xfrm>
            <a:off x="7079652" y="6794518"/>
            <a:ext cx="2988734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ja-JP" altLang="en-US" sz="2800" dirty="0">
                <a:latin typeface="ＭＳ 明朝" panose="02020609040205080304" pitchFamily="17" charset="-128"/>
                <a:ea typeface="ＭＳ 明朝" panose="02020609040205080304" pitchFamily="17" charset="-128"/>
              </a:rPr>
              <a:t>プロセス</a:t>
            </a:r>
            <a:r>
              <a:rPr lang="en-US" altLang="ja-JP" sz="2800" dirty="0">
                <a:latin typeface="ＭＳ 明朝" panose="02020609040205080304" pitchFamily="17" charset="-128"/>
                <a:ea typeface="ＭＳ 明朝" panose="02020609040205080304" pitchFamily="17" charset="-128"/>
              </a:rPr>
              <a:t>(2)</a:t>
            </a:r>
            <a:endParaRPr kumimoji="1" lang="ja-JP" altLang="en-US" sz="2800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grpSp>
        <p:nvGrpSpPr>
          <p:cNvPr id="50" name="グループ化 49">
            <a:extLst>
              <a:ext uri="{FF2B5EF4-FFF2-40B4-BE49-F238E27FC236}">
                <a16:creationId xmlns:a16="http://schemas.microsoft.com/office/drawing/2014/main" id="{DEA1449E-5382-F9EA-FB96-A914D4913B2D}"/>
              </a:ext>
            </a:extLst>
          </p:cNvPr>
          <p:cNvGrpSpPr/>
          <p:nvPr/>
        </p:nvGrpSpPr>
        <p:grpSpPr>
          <a:xfrm>
            <a:off x="880690" y="-171000"/>
            <a:ext cx="3600000" cy="3600000"/>
            <a:chOff x="880690" y="-171000"/>
            <a:chExt cx="3600000" cy="3600000"/>
          </a:xfrm>
        </p:grpSpPr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62F96E95-4D95-4BDB-32B0-64422749C755}"/>
                </a:ext>
              </a:extLst>
            </p:cNvPr>
            <p:cNvSpPr/>
            <p:nvPr/>
          </p:nvSpPr>
          <p:spPr>
            <a:xfrm>
              <a:off x="880690" y="-171000"/>
              <a:ext cx="3600000" cy="3600000"/>
            </a:xfrm>
            <a:prstGeom prst="rect">
              <a:avLst/>
            </a:prstGeom>
            <a:solidFill>
              <a:srgbClr val="C87137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317500" contourW="25400">
              <a:extrusionClr>
                <a:srgbClr val="C87137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grpSp>
          <p:nvGrpSpPr>
            <p:cNvPr id="39" name="グループ化 38">
              <a:extLst>
                <a:ext uri="{FF2B5EF4-FFF2-40B4-BE49-F238E27FC236}">
                  <a16:creationId xmlns:a16="http://schemas.microsoft.com/office/drawing/2014/main" id="{E6B531E4-9806-11DB-D0A1-5E51C3094FC4}"/>
                </a:ext>
              </a:extLst>
            </p:cNvPr>
            <p:cNvGrpSpPr/>
            <p:nvPr/>
          </p:nvGrpSpPr>
          <p:grpSpPr>
            <a:xfrm>
              <a:off x="2090058" y="560105"/>
              <a:ext cx="1080000" cy="1338644"/>
              <a:chOff x="2090058" y="560105"/>
              <a:chExt cx="1080000" cy="1338644"/>
            </a:xfrm>
          </p:grpSpPr>
          <p:sp>
            <p:nvSpPr>
              <p:cNvPr id="38" name="正方形/長方形 37">
                <a:extLst>
                  <a:ext uri="{FF2B5EF4-FFF2-40B4-BE49-F238E27FC236}">
                    <a16:creationId xmlns:a16="http://schemas.microsoft.com/office/drawing/2014/main" id="{85393431-13CF-6C89-521B-348EE8D72477}"/>
                  </a:ext>
                </a:extLst>
              </p:cNvPr>
              <p:cNvSpPr/>
              <p:nvPr/>
            </p:nvSpPr>
            <p:spPr>
              <a:xfrm>
                <a:off x="2090058" y="818749"/>
                <a:ext cx="1080000" cy="1080000"/>
              </a:xfrm>
              <a:prstGeom prst="rect">
                <a:avLst/>
              </a:prstGeom>
              <a:solidFill>
                <a:srgbClr val="C87137"/>
              </a:solidFill>
              <a:ln>
                <a:noFill/>
              </a:ln>
              <a:scene3d>
                <a:camera prst="isometricOffAxis2Top"/>
                <a:lightRig rig="contrasting" dir="t"/>
              </a:scene3d>
              <a:sp3d extrusionH="317500" contourW="25400">
                <a:extrusionClr>
                  <a:srgbClr val="C87137"/>
                </a:extrusionClr>
                <a:contourClr>
                  <a:schemeClr val="tx1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grpSp>
            <p:nvGrpSpPr>
              <p:cNvPr id="30" name="グループ化 29">
                <a:extLst>
                  <a:ext uri="{FF2B5EF4-FFF2-40B4-BE49-F238E27FC236}">
                    <a16:creationId xmlns:a16="http://schemas.microsoft.com/office/drawing/2014/main" id="{ABB79856-F80E-35C3-A40F-75BFF99554C8}"/>
                  </a:ext>
                </a:extLst>
              </p:cNvPr>
              <p:cNvGrpSpPr/>
              <p:nvPr/>
            </p:nvGrpSpPr>
            <p:grpSpPr>
              <a:xfrm>
                <a:off x="2432058" y="560105"/>
                <a:ext cx="360000" cy="447006"/>
                <a:chOff x="2500690" y="880972"/>
                <a:chExt cx="360000" cy="447006"/>
              </a:xfrm>
            </p:grpSpPr>
            <p:sp>
              <p:nvSpPr>
                <p:cNvPr id="2" name="楕円 1">
                  <a:extLst>
                    <a:ext uri="{FF2B5EF4-FFF2-40B4-BE49-F238E27FC236}">
                      <a16:creationId xmlns:a16="http://schemas.microsoft.com/office/drawing/2014/main" id="{E4679844-2BA7-4DF0-7F26-84E2B94754C0}"/>
                    </a:ext>
                  </a:extLst>
                </p:cNvPr>
                <p:cNvSpPr/>
                <p:nvPr/>
              </p:nvSpPr>
              <p:spPr>
                <a:xfrm>
                  <a:off x="2500690" y="967978"/>
                  <a:ext cx="360000" cy="360000"/>
                </a:xfrm>
                <a:prstGeom prst="ellipse">
                  <a:avLst/>
                </a:prstGeom>
                <a:solidFill>
                  <a:srgbClr val="F6DF80"/>
                </a:solidFill>
                <a:ln>
                  <a:noFill/>
                </a:ln>
                <a:scene3d>
                  <a:camera prst="isometricOffAxis2Top"/>
                  <a:lightRig rig="contrasting" dir="t"/>
                </a:scene3d>
                <a:sp3d extrusionH="571500" contourW="25400" prstMaterial="matte">
                  <a:bevelT w="0" h="0"/>
                  <a:extrusionClr>
                    <a:srgbClr val="F6DF80"/>
                  </a:extrusionClr>
                  <a:contourClr>
                    <a:schemeClr val="tx1"/>
                  </a:contourClr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dirty="0"/>
                </a:p>
              </p:txBody>
            </p:sp>
            <p:sp>
              <p:nvSpPr>
                <p:cNvPr id="12" name="楕円 11">
                  <a:extLst>
                    <a:ext uri="{FF2B5EF4-FFF2-40B4-BE49-F238E27FC236}">
                      <a16:creationId xmlns:a16="http://schemas.microsoft.com/office/drawing/2014/main" id="{B8CDF7AA-8AC3-1EB1-A98B-9BFAA4A0ADE1}"/>
                    </a:ext>
                  </a:extLst>
                </p:cNvPr>
                <p:cNvSpPr/>
                <p:nvPr/>
              </p:nvSpPr>
              <p:spPr>
                <a:xfrm>
                  <a:off x="2662690" y="880972"/>
                  <a:ext cx="36000" cy="36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  <a:scene3d>
                  <a:camera prst="isometricOffAxis2Top"/>
                  <a:lightRig rig="contrasting" dir="t"/>
                </a:scene3d>
                <a:sp3d extrusionH="254000" contourW="25400" prstMaterial="matte">
                  <a:bevelT w="0" h="0"/>
                  <a:extrusionClr>
                    <a:schemeClr val="tx1"/>
                  </a:extrusionClr>
                  <a:contourClr>
                    <a:schemeClr val="tx1"/>
                  </a:contourClr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dirty="0"/>
                </a:p>
              </p:txBody>
            </p:sp>
          </p:grpSp>
        </p:grpSp>
      </p:grpSp>
      <p:grpSp>
        <p:nvGrpSpPr>
          <p:cNvPr id="51" name="グループ化 50">
            <a:extLst>
              <a:ext uri="{FF2B5EF4-FFF2-40B4-BE49-F238E27FC236}">
                <a16:creationId xmlns:a16="http://schemas.microsoft.com/office/drawing/2014/main" id="{A08C963A-C4C1-38CA-F5F0-F8DF3FF8DFA4}"/>
              </a:ext>
            </a:extLst>
          </p:cNvPr>
          <p:cNvGrpSpPr/>
          <p:nvPr/>
        </p:nvGrpSpPr>
        <p:grpSpPr>
          <a:xfrm>
            <a:off x="7012196" y="-171000"/>
            <a:ext cx="3600000" cy="3600000"/>
            <a:chOff x="880690" y="-171000"/>
            <a:chExt cx="3600000" cy="3600000"/>
          </a:xfrm>
        </p:grpSpPr>
        <p:sp>
          <p:nvSpPr>
            <p:cNvPr id="52" name="正方形/長方形 51">
              <a:extLst>
                <a:ext uri="{FF2B5EF4-FFF2-40B4-BE49-F238E27FC236}">
                  <a16:creationId xmlns:a16="http://schemas.microsoft.com/office/drawing/2014/main" id="{A7940E33-3585-5AA6-EAEA-F33E1F21D230}"/>
                </a:ext>
              </a:extLst>
            </p:cNvPr>
            <p:cNvSpPr/>
            <p:nvPr/>
          </p:nvSpPr>
          <p:spPr>
            <a:xfrm>
              <a:off x="880690" y="-171000"/>
              <a:ext cx="3600000" cy="3600000"/>
            </a:xfrm>
            <a:prstGeom prst="rect">
              <a:avLst/>
            </a:prstGeom>
            <a:solidFill>
              <a:srgbClr val="C87137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317500" contourW="25400">
              <a:extrusionClr>
                <a:srgbClr val="C87137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grpSp>
          <p:nvGrpSpPr>
            <p:cNvPr id="53" name="グループ化 52">
              <a:extLst>
                <a:ext uri="{FF2B5EF4-FFF2-40B4-BE49-F238E27FC236}">
                  <a16:creationId xmlns:a16="http://schemas.microsoft.com/office/drawing/2014/main" id="{D7F6DBCF-59AD-75EC-4B2F-6C890356E92B}"/>
                </a:ext>
              </a:extLst>
            </p:cNvPr>
            <p:cNvGrpSpPr/>
            <p:nvPr/>
          </p:nvGrpSpPr>
          <p:grpSpPr>
            <a:xfrm>
              <a:off x="2090058" y="560105"/>
              <a:ext cx="1080000" cy="1338644"/>
              <a:chOff x="2090058" y="560105"/>
              <a:chExt cx="1080000" cy="1338644"/>
            </a:xfrm>
          </p:grpSpPr>
          <p:sp>
            <p:nvSpPr>
              <p:cNvPr id="54" name="正方形/長方形 53">
                <a:extLst>
                  <a:ext uri="{FF2B5EF4-FFF2-40B4-BE49-F238E27FC236}">
                    <a16:creationId xmlns:a16="http://schemas.microsoft.com/office/drawing/2014/main" id="{9AA2951D-79DF-6259-98DA-A3F36291ABB8}"/>
                  </a:ext>
                </a:extLst>
              </p:cNvPr>
              <p:cNvSpPr/>
              <p:nvPr/>
            </p:nvSpPr>
            <p:spPr>
              <a:xfrm>
                <a:off x="2090058" y="818749"/>
                <a:ext cx="1080000" cy="1080000"/>
              </a:xfrm>
              <a:prstGeom prst="rect">
                <a:avLst/>
              </a:prstGeom>
              <a:solidFill>
                <a:srgbClr val="C87137"/>
              </a:solidFill>
              <a:ln>
                <a:noFill/>
              </a:ln>
              <a:scene3d>
                <a:camera prst="isometricOffAxis2Top"/>
                <a:lightRig rig="contrasting" dir="t"/>
              </a:scene3d>
              <a:sp3d extrusionH="317500" contourW="25400">
                <a:extrusionClr>
                  <a:srgbClr val="C87137"/>
                </a:extrusionClr>
                <a:contourClr>
                  <a:schemeClr val="tx1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grpSp>
            <p:nvGrpSpPr>
              <p:cNvPr id="55" name="グループ化 54">
                <a:extLst>
                  <a:ext uri="{FF2B5EF4-FFF2-40B4-BE49-F238E27FC236}">
                    <a16:creationId xmlns:a16="http://schemas.microsoft.com/office/drawing/2014/main" id="{A8DDBE1F-390B-2BF3-DBF3-22BE3719E3D6}"/>
                  </a:ext>
                </a:extLst>
              </p:cNvPr>
              <p:cNvGrpSpPr/>
              <p:nvPr/>
            </p:nvGrpSpPr>
            <p:grpSpPr>
              <a:xfrm>
                <a:off x="2432058" y="560105"/>
                <a:ext cx="360000" cy="447006"/>
                <a:chOff x="2500690" y="880972"/>
                <a:chExt cx="360000" cy="447006"/>
              </a:xfrm>
            </p:grpSpPr>
            <p:sp>
              <p:nvSpPr>
                <p:cNvPr id="56" name="楕円 55">
                  <a:extLst>
                    <a:ext uri="{FF2B5EF4-FFF2-40B4-BE49-F238E27FC236}">
                      <a16:creationId xmlns:a16="http://schemas.microsoft.com/office/drawing/2014/main" id="{02EE6893-0D7E-DC1A-ADBC-F8A2A13EC296}"/>
                    </a:ext>
                  </a:extLst>
                </p:cNvPr>
                <p:cNvSpPr/>
                <p:nvPr/>
              </p:nvSpPr>
              <p:spPr>
                <a:xfrm>
                  <a:off x="2500690" y="967978"/>
                  <a:ext cx="360000" cy="360000"/>
                </a:xfrm>
                <a:prstGeom prst="ellipse">
                  <a:avLst/>
                </a:prstGeom>
                <a:solidFill>
                  <a:srgbClr val="F6DF80"/>
                </a:solidFill>
                <a:ln>
                  <a:noFill/>
                </a:ln>
                <a:scene3d>
                  <a:camera prst="isometricOffAxis2Top"/>
                  <a:lightRig rig="contrasting" dir="t"/>
                </a:scene3d>
                <a:sp3d extrusionH="571500" contourW="25400" prstMaterial="matte">
                  <a:bevelT w="0" h="0"/>
                  <a:extrusionClr>
                    <a:srgbClr val="F6DF80"/>
                  </a:extrusionClr>
                  <a:contourClr>
                    <a:schemeClr val="tx1"/>
                  </a:contourClr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dirty="0"/>
                </a:p>
              </p:txBody>
            </p:sp>
            <p:sp>
              <p:nvSpPr>
                <p:cNvPr id="57" name="楕円 56">
                  <a:extLst>
                    <a:ext uri="{FF2B5EF4-FFF2-40B4-BE49-F238E27FC236}">
                      <a16:creationId xmlns:a16="http://schemas.microsoft.com/office/drawing/2014/main" id="{52E8CDE2-32EE-73D8-9EE6-EFCCF3C870E7}"/>
                    </a:ext>
                  </a:extLst>
                </p:cNvPr>
                <p:cNvSpPr/>
                <p:nvPr/>
              </p:nvSpPr>
              <p:spPr>
                <a:xfrm>
                  <a:off x="2662690" y="880972"/>
                  <a:ext cx="36000" cy="36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  <a:scene3d>
                  <a:camera prst="isometricOffAxis2Top"/>
                  <a:lightRig rig="contrasting" dir="t"/>
                </a:scene3d>
                <a:sp3d extrusionH="254000" contourW="25400" prstMaterial="matte">
                  <a:bevelT w="0" h="0"/>
                  <a:extrusionClr>
                    <a:schemeClr val="tx1"/>
                  </a:extrusionClr>
                  <a:contourClr>
                    <a:schemeClr val="tx1"/>
                  </a:contourClr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dirty="0"/>
                </a:p>
              </p:txBody>
            </p:sp>
          </p:grpSp>
        </p:grpSp>
      </p:grpSp>
      <p:sp>
        <p:nvSpPr>
          <p:cNvPr id="58" name="正方形/長方形 57">
            <a:extLst>
              <a:ext uri="{FF2B5EF4-FFF2-40B4-BE49-F238E27FC236}">
                <a16:creationId xmlns:a16="http://schemas.microsoft.com/office/drawing/2014/main" id="{4C16EE20-DA31-6BC4-4A98-929DA1575097}"/>
              </a:ext>
            </a:extLst>
          </p:cNvPr>
          <p:cNvSpPr/>
          <p:nvPr/>
        </p:nvSpPr>
        <p:spPr>
          <a:xfrm>
            <a:off x="869972" y="4924200"/>
            <a:ext cx="1080000" cy="1080000"/>
          </a:xfrm>
          <a:prstGeom prst="rect">
            <a:avLst/>
          </a:prstGeom>
          <a:solidFill>
            <a:srgbClr val="C87137"/>
          </a:solidFill>
          <a:ln>
            <a:noFill/>
          </a:ln>
          <a:scene3d>
            <a:camera prst="isometricOffAxis2Top"/>
            <a:lightRig rig="contrasting" dir="t"/>
          </a:scene3d>
          <a:sp3d extrusionH="317500" contourW="25400">
            <a:extrusionClr>
              <a:srgbClr val="C87137"/>
            </a:extrusionClr>
            <a:contourClr>
              <a:schemeClr val="tx1"/>
            </a:contour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9" name="楕円 58">
            <a:extLst>
              <a:ext uri="{FF2B5EF4-FFF2-40B4-BE49-F238E27FC236}">
                <a16:creationId xmlns:a16="http://schemas.microsoft.com/office/drawing/2014/main" id="{91BDA705-296B-CBCF-ADA8-375B9571B4AA}"/>
              </a:ext>
            </a:extLst>
          </p:cNvPr>
          <p:cNvSpPr/>
          <p:nvPr/>
        </p:nvSpPr>
        <p:spPr>
          <a:xfrm>
            <a:off x="1127365" y="5595259"/>
            <a:ext cx="360000" cy="360000"/>
          </a:xfrm>
          <a:prstGeom prst="ellipse">
            <a:avLst/>
          </a:prstGeom>
          <a:solidFill>
            <a:srgbClr val="F6DF80"/>
          </a:solidFill>
          <a:ln>
            <a:noFill/>
          </a:ln>
          <a:scene3d>
            <a:camera prst="isometricOffAxis2Top"/>
            <a:lightRig rig="contrasting" dir="t"/>
          </a:scene3d>
          <a:sp3d extrusionH="571500" contourW="25400" prstMaterial="matte">
            <a:bevelT w="0" h="0"/>
            <a:extrusionClr>
              <a:srgbClr val="F6DF80"/>
            </a:extrusionClr>
            <a:contourClr>
              <a:schemeClr val="tx1"/>
            </a:contour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60" name="楕円 59">
            <a:extLst>
              <a:ext uri="{FF2B5EF4-FFF2-40B4-BE49-F238E27FC236}">
                <a16:creationId xmlns:a16="http://schemas.microsoft.com/office/drawing/2014/main" id="{9FBE1193-43FC-7CFC-DDE1-61FBDDA11786}"/>
              </a:ext>
            </a:extLst>
          </p:cNvPr>
          <p:cNvSpPr/>
          <p:nvPr/>
        </p:nvSpPr>
        <p:spPr>
          <a:xfrm>
            <a:off x="2746458" y="5039931"/>
            <a:ext cx="36000" cy="36000"/>
          </a:xfrm>
          <a:prstGeom prst="ellipse">
            <a:avLst/>
          </a:prstGeom>
          <a:solidFill>
            <a:schemeClr val="tx1"/>
          </a:solidFill>
          <a:ln>
            <a:noFill/>
          </a:ln>
          <a:scene3d>
            <a:camera prst="isometricOffAxis2Top"/>
            <a:lightRig rig="contrasting" dir="t"/>
          </a:scene3d>
          <a:sp3d extrusionH="254000" contourW="25400" prstMaterial="matte">
            <a:bevelT w="0" h="0"/>
            <a:extrusionClr>
              <a:schemeClr val="tx1"/>
            </a:extrusionClr>
            <a:contourClr>
              <a:schemeClr val="tx1"/>
            </a:contour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2247351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D3E2D-07AF-B9EF-39FC-AD166D821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F239B115-1797-54A0-A1FF-A8136CA50CC3}"/>
              </a:ext>
            </a:extLst>
          </p:cNvPr>
          <p:cNvSpPr txBox="1"/>
          <p:nvPr/>
        </p:nvSpPr>
        <p:spPr>
          <a:xfrm>
            <a:off x="5010034" y="-3664129"/>
            <a:ext cx="1373434" cy="523220"/>
          </a:xfrm>
          <a:prstGeom prst="rect">
            <a:avLst/>
          </a:prstGeom>
          <a:noFill/>
          <a:scene3d>
            <a:camera prst="orthographicFront"/>
            <a:lightRig rig="flat" dir="t"/>
          </a:scene3d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dirty="0">
                <a:latin typeface="ＭＳ 明朝" panose="02020609040205080304" pitchFamily="17" charset="-128"/>
                <a:ea typeface="ＭＳ 明朝" panose="02020609040205080304" pitchFamily="17" charset="-128"/>
              </a:rPr>
              <a:t>銅電極</a:t>
            </a:r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704D29EB-AFE4-80FD-A04A-F8C38822588A}"/>
              </a:ext>
            </a:extLst>
          </p:cNvPr>
          <p:cNvCxnSpPr>
            <a:cxnSpLocks/>
            <a:stCxn id="25" idx="3"/>
          </p:cNvCxnSpPr>
          <p:nvPr/>
        </p:nvCxnSpPr>
        <p:spPr>
          <a:xfrm>
            <a:off x="6383468" y="-3402519"/>
            <a:ext cx="1110967" cy="225017"/>
          </a:xfrm>
          <a:prstGeom prst="straightConnector1">
            <a:avLst/>
          </a:prstGeom>
          <a:ln w="38100">
            <a:tailEnd type="triangle"/>
          </a:ln>
          <a:scene3d>
            <a:camera prst="orthographicFront"/>
            <a:lightRig rig="flat" dir="t"/>
          </a:scene3d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74BE8A12-3F24-40CD-0DBA-1D3F51131124}"/>
              </a:ext>
            </a:extLst>
          </p:cNvPr>
          <p:cNvCxnSpPr>
            <a:cxnSpLocks/>
            <a:stCxn id="25" idx="1"/>
          </p:cNvCxnSpPr>
          <p:nvPr/>
        </p:nvCxnSpPr>
        <p:spPr>
          <a:xfrm flipH="1">
            <a:off x="3651505" y="-3402519"/>
            <a:ext cx="1358529" cy="39829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  <a:scene3d>
            <a:camera prst="orthographicFront"/>
            <a:lightRig rig="flat" dir="t"/>
          </a:scene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FA992183-6264-0F41-85A5-86A11EE21338}"/>
              </a:ext>
            </a:extLst>
          </p:cNvPr>
          <p:cNvSpPr txBox="1"/>
          <p:nvPr/>
        </p:nvSpPr>
        <p:spPr>
          <a:xfrm>
            <a:off x="5010034" y="-2868726"/>
            <a:ext cx="1373434" cy="523220"/>
          </a:xfrm>
          <a:prstGeom prst="rect">
            <a:avLst/>
          </a:prstGeom>
          <a:noFill/>
          <a:scene3d>
            <a:camera prst="orthographicFront"/>
            <a:lightRig rig="flat" dir="t"/>
          </a:scene3d>
        </p:spPr>
        <p:txBody>
          <a:bodyPr wrap="square" rtlCol="0">
            <a:spAutoFit/>
          </a:bodyPr>
          <a:lstStyle/>
          <a:p>
            <a:pPr algn="ctr"/>
            <a:r>
              <a:rPr lang="ja-JP" altLang="en-US" sz="2800" dirty="0">
                <a:latin typeface="ＭＳ 明朝" panose="02020609040205080304" pitchFamily="17" charset="-128"/>
                <a:ea typeface="ＭＳ 明朝" panose="02020609040205080304" pitchFamily="17" charset="-128"/>
              </a:rPr>
              <a:t>誘電体</a:t>
            </a:r>
            <a:endParaRPr kumimoji="1" lang="ja-JP" altLang="en-US" sz="2800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A5CA0B88-0BEE-F3DE-903C-89F7E8BBD833}"/>
              </a:ext>
            </a:extLst>
          </p:cNvPr>
          <p:cNvCxnSpPr>
            <a:cxnSpLocks/>
            <a:stCxn id="34" idx="1"/>
          </p:cNvCxnSpPr>
          <p:nvPr/>
        </p:nvCxnSpPr>
        <p:spPr>
          <a:xfrm flipH="1">
            <a:off x="3057391" y="-2607116"/>
            <a:ext cx="1952643" cy="4649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  <a:scene3d>
            <a:camera prst="orthographicFront"/>
            <a:lightRig rig="flat" dir="t"/>
          </a:scene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40EEEF52-02DE-6097-5C52-03CAF39BC9F0}"/>
              </a:ext>
            </a:extLst>
          </p:cNvPr>
          <p:cNvCxnSpPr>
            <a:cxnSpLocks/>
            <a:stCxn id="34" idx="3"/>
          </p:cNvCxnSpPr>
          <p:nvPr/>
        </p:nvCxnSpPr>
        <p:spPr>
          <a:xfrm flipV="1">
            <a:off x="6383468" y="-2646611"/>
            <a:ext cx="2031343" cy="39495"/>
          </a:xfrm>
          <a:prstGeom prst="straightConnector1">
            <a:avLst/>
          </a:prstGeom>
          <a:ln w="38100">
            <a:tailEnd type="triangle"/>
          </a:ln>
          <a:scene3d>
            <a:camera prst="orthographicFront"/>
            <a:lightRig rig="flat" dir="t"/>
          </a:scene3d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C93A7D4B-A128-CFB6-EE00-01263BFDEA99}"/>
              </a:ext>
            </a:extLst>
          </p:cNvPr>
          <p:cNvSpPr txBox="1"/>
          <p:nvPr/>
        </p:nvSpPr>
        <p:spPr>
          <a:xfrm>
            <a:off x="5168881" y="-2073323"/>
            <a:ext cx="1055740" cy="523220"/>
          </a:xfrm>
          <a:prstGeom prst="rect">
            <a:avLst/>
          </a:prstGeom>
          <a:noFill/>
          <a:scene3d>
            <a:camera prst="orthographicFront"/>
            <a:lightRig rig="flat" dir="t"/>
          </a:scene3d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dirty="0">
                <a:latin typeface="ＭＳ 明朝" panose="02020609040205080304" pitchFamily="17" charset="-128"/>
                <a:ea typeface="ＭＳ 明朝" panose="02020609040205080304" pitchFamily="17" charset="-128"/>
              </a:rPr>
              <a:t>銅箔</a:t>
            </a:r>
          </a:p>
        </p:txBody>
      </p:sp>
      <p:cxnSp>
        <p:nvCxnSpPr>
          <p:cNvPr id="43" name="直線矢印コネクタ 42">
            <a:extLst>
              <a:ext uri="{FF2B5EF4-FFF2-40B4-BE49-F238E27FC236}">
                <a16:creationId xmlns:a16="http://schemas.microsoft.com/office/drawing/2014/main" id="{50065B6D-BD1F-3576-33F1-0CBC2A2C9D32}"/>
              </a:ext>
            </a:extLst>
          </p:cNvPr>
          <p:cNvCxnSpPr>
            <a:cxnSpLocks/>
            <a:stCxn id="42" idx="1"/>
          </p:cNvCxnSpPr>
          <p:nvPr/>
        </p:nvCxnSpPr>
        <p:spPr>
          <a:xfrm flipH="1" flipV="1">
            <a:off x="2782226" y="-1905258"/>
            <a:ext cx="2386655" cy="9354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  <a:scene3d>
            <a:camera prst="orthographicFront"/>
            <a:lightRig rig="flat" dir="t"/>
          </a:scene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直線矢印コネクタ 45">
            <a:extLst>
              <a:ext uri="{FF2B5EF4-FFF2-40B4-BE49-F238E27FC236}">
                <a16:creationId xmlns:a16="http://schemas.microsoft.com/office/drawing/2014/main" id="{565B2D9C-DC26-0B4C-FA61-98DA8E6B3DB5}"/>
              </a:ext>
            </a:extLst>
          </p:cNvPr>
          <p:cNvCxnSpPr>
            <a:cxnSpLocks/>
            <a:stCxn id="42" idx="3"/>
          </p:cNvCxnSpPr>
          <p:nvPr/>
        </p:nvCxnSpPr>
        <p:spPr>
          <a:xfrm>
            <a:off x="6224621" y="-1811713"/>
            <a:ext cx="2539629" cy="819357"/>
          </a:xfrm>
          <a:prstGeom prst="straightConnector1">
            <a:avLst/>
          </a:prstGeom>
          <a:ln w="38100">
            <a:tailEnd type="triangle"/>
          </a:ln>
          <a:scene3d>
            <a:camera prst="orthographicFront"/>
            <a:lightRig rig="flat" dir="t"/>
          </a:scene3d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B0D4CDD5-EC4A-F3E6-D5C1-9B641E560626}"/>
              </a:ext>
            </a:extLst>
          </p:cNvPr>
          <p:cNvSpPr txBox="1"/>
          <p:nvPr/>
        </p:nvSpPr>
        <p:spPr>
          <a:xfrm>
            <a:off x="859200" y="6794518"/>
            <a:ext cx="2988734" cy="523220"/>
          </a:xfrm>
          <a:prstGeom prst="rect">
            <a:avLst/>
          </a:prstGeom>
          <a:noFill/>
          <a:scene3d>
            <a:camera prst="orthographicFront"/>
            <a:lightRig rig="flat" dir="t"/>
          </a:scene3d>
        </p:spPr>
        <p:txBody>
          <a:bodyPr wrap="square" rtlCol="0" anchor="ctr">
            <a:spAutoFit/>
          </a:bodyPr>
          <a:lstStyle/>
          <a:p>
            <a:pPr algn="ctr"/>
            <a:r>
              <a:rPr lang="ja-JP" altLang="en-US" sz="2800" dirty="0">
                <a:latin typeface="ＭＳ 明朝" panose="02020609040205080304" pitchFamily="17" charset="-128"/>
                <a:ea typeface="ＭＳ 明朝" panose="02020609040205080304" pitchFamily="17" charset="-128"/>
              </a:rPr>
              <a:t>プロセス</a:t>
            </a:r>
            <a:r>
              <a:rPr lang="en-US" altLang="ja-JP" sz="2800" dirty="0">
                <a:latin typeface="ＭＳ 明朝" panose="02020609040205080304" pitchFamily="17" charset="-128"/>
                <a:ea typeface="ＭＳ 明朝" panose="02020609040205080304" pitchFamily="17" charset="-128"/>
              </a:rPr>
              <a:t>(1)</a:t>
            </a:r>
            <a:endParaRPr kumimoji="1" lang="ja-JP" altLang="en-US" sz="2800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2CE4558E-38B6-24D2-1108-6421F370B6D6}"/>
              </a:ext>
            </a:extLst>
          </p:cNvPr>
          <p:cNvSpPr txBox="1"/>
          <p:nvPr/>
        </p:nvSpPr>
        <p:spPr>
          <a:xfrm>
            <a:off x="7079652" y="6794518"/>
            <a:ext cx="2988734" cy="523220"/>
          </a:xfrm>
          <a:prstGeom prst="rect">
            <a:avLst/>
          </a:prstGeom>
          <a:noFill/>
          <a:scene3d>
            <a:camera prst="orthographicFront"/>
            <a:lightRig rig="flat" dir="t"/>
          </a:scene3d>
        </p:spPr>
        <p:txBody>
          <a:bodyPr wrap="square" rtlCol="0" anchor="ctr">
            <a:spAutoFit/>
          </a:bodyPr>
          <a:lstStyle/>
          <a:p>
            <a:pPr algn="ctr"/>
            <a:r>
              <a:rPr lang="ja-JP" altLang="en-US" sz="2800" dirty="0">
                <a:latin typeface="ＭＳ 明朝" panose="02020609040205080304" pitchFamily="17" charset="-128"/>
                <a:ea typeface="ＭＳ 明朝" panose="02020609040205080304" pitchFamily="17" charset="-128"/>
              </a:rPr>
              <a:t>プロセス</a:t>
            </a:r>
            <a:r>
              <a:rPr lang="en-US" altLang="ja-JP" sz="2800" dirty="0">
                <a:latin typeface="ＭＳ 明朝" panose="02020609040205080304" pitchFamily="17" charset="-128"/>
                <a:ea typeface="ＭＳ 明朝" panose="02020609040205080304" pitchFamily="17" charset="-128"/>
              </a:rPr>
              <a:t>(2)</a:t>
            </a:r>
            <a:endParaRPr kumimoji="1" lang="ja-JP" altLang="en-US" sz="2800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grpSp>
        <p:nvGrpSpPr>
          <p:cNvPr id="33" name="グループ化 32">
            <a:extLst>
              <a:ext uri="{FF2B5EF4-FFF2-40B4-BE49-F238E27FC236}">
                <a16:creationId xmlns:a16="http://schemas.microsoft.com/office/drawing/2014/main" id="{55AF9C77-7012-BE26-2408-A06FB01C4C79}"/>
              </a:ext>
            </a:extLst>
          </p:cNvPr>
          <p:cNvGrpSpPr/>
          <p:nvPr/>
        </p:nvGrpSpPr>
        <p:grpSpPr>
          <a:xfrm>
            <a:off x="880690" y="198164"/>
            <a:ext cx="3600000" cy="6461672"/>
            <a:chOff x="880690" y="-171000"/>
            <a:chExt cx="3600000" cy="6461672"/>
          </a:xfrm>
        </p:grpSpPr>
        <p:sp>
          <p:nvSpPr>
            <p:cNvPr id="60" name="楕円 59">
              <a:extLst>
                <a:ext uri="{FF2B5EF4-FFF2-40B4-BE49-F238E27FC236}">
                  <a16:creationId xmlns:a16="http://schemas.microsoft.com/office/drawing/2014/main" id="{5446B1E4-A1B3-5889-28A6-81FFA6E3575D}"/>
                </a:ext>
              </a:extLst>
            </p:cNvPr>
            <p:cNvSpPr/>
            <p:nvPr/>
          </p:nvSpPr>
          <p:spPr>
            <a:xfrm>
              <a:off x="2662690" y="5301335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254000" contourW="19050" prstMaterial="matte">
              <a:bevelT w="0" h="0"/>
              <a:extrusionClr>
                <a:schemeClr val="tx1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58" name="正方形/長方形 57">
              <a:extLst>
                <a:ext uri="{FF2B5EF4-FFF2-40B4-BE49-F238E27FC236}">
                  <a16:creationId xmlns:a16="http://schemas.microsoft.com/office/drawing/2014/main" id="{8758CF9A-735A-A1F7-D044-7350F5EEEA52}"/>
                </a:ext>
              </a:extLst>
            </p:cNvPr>
            <p:cNvSpPr/>
            <p:nvPr/>
          </p:nvSpPr>
          <p:spPr>
            <a:xfrm>
              <a:off x="2410690" y="4441291"/>
              <a:ext cx="540000" cy="540000"/>
            </a:xfrm>
            <a:prstGeom prst="rect">
              <a:avLst/>
            </a:prstGeom>
            <a:solidFill>
              <a:srgbClr val="C87137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317500" contourW="19050">
              <a:extrusionClr>
                <a:srgbClr val="C87137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59" name="楕円 58">
              <a:extLst>
                <a:ext uri="{FF2B5EF4-FFF2-40B4-BE49-F238E27FC236}">
                  <a16:creationId xmlns:a16="http://schemas.microsoft.com/office/drawing/2014/main" id="{0304B51E-2EFE-0C4D-E838-917E67C06D2C}"/>
                </a:ext>
              </a:extLst>
            </p:cNvPr>
            <p:cNvSpPr/>
            <p:nvPr/>
          </p:nvSpPr>
          <p:spPr>
            <a:xfrm>
              <a:off x="2500690" y="4868826"/>
              <a:ext cx="360000" cy="360000"/>
            </a:xfrm>
            <a:prstGeom prst="ellipse">
              <a:avLst/>
            </a:prstGeom>
            <a:solidFill>
              <a:srgbClr val="F6DF80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254000" contourW="19050" prstMaterial="matte">
              <a:bevelT w="0" h="0"/>
              <a:extrusionClr>
                <a:srgbClr val="F6DF80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DDF35CB3-579F-66E4-E737-5F484979EF5A}"/>
                </a:ext>
              </a:extLst>
            </p:cNvPr>
            <p:cNvSpPr/>
            <p:nvPr/>
          </p:nvSpPr>
          <p:spPr>
            <a:xfrm>
              <a:off x="880690" y="2690672"/>
              <a:ext cx="3600000" cy="3600000"/>
            </a:xfrm>
            <a:prstGeom prst="rect">
              <a:avLst/>
            </a:prstGeom>
            <a:solidFill>
              <a:srgbClr val="C87137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317500" contourW="19050">
              <a:extrusionClr>
                <a:srgbClr val="C87137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3" name="楕円 12">
              <a:extLst>
                <a:ext uri="{FF2B5EF4-FFF2-40B4-BE49-F238E27FC236}">
                  <a16:creationId xmlns:a16="http://schemas.microsoft.com/office/drawing/2014/main" id="{52EC1269-5B50-23A7-6343-34E88AB109A4}"/>
                </a:ext>
              </a:extLst>
            </p:cNvPr>
            <p:cNvSpPr/>
            <p:nvPr/>
          </p:nvSpPr>
          <p:spPr>
            <a:xfrm>
              <a:off x="1240690" y="2885516"/>
              <a:ext cx="2880000" cy="2880000"/>
            </a:xfrm>
            <a:prstGeom prst="ellipse">
              <a:avLst/>
            </a:prstGeom>
            <a:solidFill>
              <a:srgbClr val="AA8800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127000" contourW="19050" prstMaterial="matte">
              <a:bevelT w="0" h="0"/>
              <a:extrusionClr>
                <a:srgbClr val="AA8800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6" name="楕円 15">
              <a:extLst>
                <a:ext uri="{FF2B5EF4-FFF2-40B4-BE49-F238E27FC236}">
                  <a16:creationId xmlns:a16="http://schemas.microsoft.com/office/drawing/2014/main" id="{854BCEE2-0C4A-7528-8D4A-58DAFB1FD83A}"/>
                </a:ext>
              </a:extLst>
            </p:cNvPr>
            <p:cNvSpPr/>
            <p:nvPr/>
          </p:nvSpPr>
          <p:spPr>
            <a:xfrm>
              <a:off x="1960690" y="2774356"/>
              <a:ext cx="1440000" cy="1440000"/>
            </a:xfrm>
            <a:prstGeom prst="ellipse">
              <a:avLst/>
            </a:prstGeom>
            <a:solidFill>
              <a:srgbClr val="FF6600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63500" contourW="19050" prstMaterial="matte">
              <a:bevelT w="0" h="0"/>
              <a:extrusionClr>
                <a:srgbClr val="FF6600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4" name="楕円 3">
              <a:extLst>
                <a:ext uri="{FF2B5EF4-FFF2-40B4-BE49-F238E27FC236}">
                  <a16:creationId xmlns:a16="http://schemas.microsoft.com/office/drawing/2014/main" id="{0432DCF8-DB5D-AAE9-4FD8-FC8A60338A5D}"/>
                </a:ext>
              </a:extLst>
            </p:cNvPr>
            <p:cNvSpPr/>
            <p:nvPr/>
          </p:nvSpPr>
          <p:spPr>
            <a:xfrm>
              <a:off x="1240690" y="1195721"/>
              <a:ext cx="2880000" cy="2880000"/>
            </a:xfrm>
            <a:prstGeom prst="ellipse">
              <a:avLst/>
            </a:prstGeom>
            <a:solidFill>
              <a:srgbClr val="AA8800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127000" contourW="19050" prstMaterial="matte">
              <a:bevelT w="0" h="0"/>
              <a:extrusionClr>
                <a:srgbClr val="AA8800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5DA6B2AD-95DD-B14C-9D5F-452546C481A8}"/>
                </a:ext>
              </a:extLst>
            </p:cNvPr>
            <p:cNvSpPr/>
            <p:nvPr/>
          </p:nvSpPr>
          <p:spPr>
            <a:xfrm>
              <a:off x="880690" y="-171000"/>
              <a:ext cx="3600000" cy="3600000"/>
            </a:xfrm>
            <a:prstGeom prst="rect">
              <a:avLst/>
            </a:prstGeom>
            <a:solidFill>
              <a:srgbClr val="C87137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317500" contourW="19050">
              <a:extrusionClr>
                <a:srgbClr val="C87137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38" name="正方形/長方形 37">
              <a:extLst>
                <a:ext uri="{FF2B5EF4-FFF2-40B4-BE49-F238E27FC236}">
                  <a16:creationId xmlns:a16="http://schemas.microsoft.com/office/drawing/2014/main" id="{FB53EC1C-E440-BD1F-2CD3-D454758C9599}"/>
                </a:ext>
              </a:extLst>
            </p:cNvPr>
            <p:cNvSpPr/>
            <p:nvPr/>
          </p:nvSpPr>
          <p:spPr>
            <a:xfrm>
              <a:off x="2410690" y="1027693"/>
              <a:ext cx="540000" cy="540000"/>
            </a:xfrm>
            <a:prstGeom prst="rect">
              <a:avLst/>
            </a:prstGeom>
            <a:solidFill>
              <a:srgbClr val="C87137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317500" contourW="19050">
              <a:extrusionClr>
                <a:srgbClr val="C87137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2" name="楕円 1">
              <a:extLst>
                <a:ext uri="{FF2B5EF4-FFF2-40B4-BE49-F238E27FC236}">
                  <a16:creationId xmlns:a16="http://schemas.microsoft.com/office/drawing/2014/main" id="{FFD60A52-954A-6CA4-8C79-7959A59BA265}"/>
                </a:ext>
              </a:extLst>
            </p:cNvPr>
            <p:cNvSpPr/>
            <p:nvPr/>
          </p:nvSpPr>
          <p:spPr>
            <a:xfrm>
              <a:off x="2500690" y="862713"/>
              <a:ext cx="360000" cy="360000"/>
            </a:xfrm>
            <a:prstGeom prst="ellipse">
              <a:avLst/>
            </a:prstGeom>
            <a:solidFill>
              <a:srgbClr val="F6DF80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254000" contourW="19050" prstMaterial="matte">
              <a:bevelT w="0" h="0"/>
              <a:extrusionClr>
                <a:srgbClr val="F6DF80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2" name="楕円 11">
              <a:extLst>
                <a:ext uri="{FF2B5EF4-FFF2-40B4-BE49-F238E27FC236}">
                  <a16:creationId xmlns:a16="http://schemas.microsoft.com/office/drawing/2014/main" id="{435311E2-F141-6EAD-C4A7-66F9F93B1574}"/>
                </a:ext>
              </a:extLst>
            </p:cNvPr>
            <p:cNvSpPr/>
            <p:nvPr/>
          </p:nvSpPr>
          <p:spPr>
            <a:xfrm>
              <a:off x="2662690" y="74322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254000" contourW="19050" prstMaterial="matte">
              <a:bevelT w="0" h="0"/>
              <a:extrusionClr>
                <a:schemeClr val="tx1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36" name="グループ化 35">
            <a:extLst>
              <a:ext uri="{FF2B5EF4-FFF2-40B4-BE49-F238E27FC236}">
                <a16:creationId xmlns:a16="http://schemas.microsoft.com/office/drawing/2014/main" id="{BC781044-5A77-AF08-557D-AD832734F24B}"/>
              </a:ext>
            </a:extLst>
          </p:cNvPr>
          <p:cNvGrpSpPr/>
          <p:nvPr/>
        </p:nvGrpSpPr>
        <p:grpSpPr>
          <a:xfrm>
            <a:off x="7494435" y="198164"/>
            <a:ext cx="3600000" cy="6461672"/>
            <a:chOff x="6383468" y="-171000"/>
            <a:chExt cx="3600000" cy="6461672"/>
          </a:xfrm>
        </p:grpSpPr>
        <p:sp>
          <p:nvSpPr>
            <p:cNvPr id="3" name="楕円 2">
              <a:extLst>
                <a:ext uri="{FF2B5EF4-FFF2-40B4-BE49-F238E27FC236}">
                  <a16:creationId xmlns:a16="http://schemas.microsoft.com/office/drawing/2014/main" id="{817E9E07-3297-FDE1-0F57-F1FBB07DC3FD}"/>
                </a:ext>
              </a:extLst>
            </p:cNvPr>
            <p:cNvSpPr/>
            <p:nvPr/>
          </p:nvSpPr>
          <p:spPr>
            <a:xfrm>
              <a:off x="8165468" y="5301335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254000" contourW="19050" prstMaterial="matte">
              <a:bevelT w="0" h="0"/>
              <a:extrusionClr>
                <a:schemeClr val="tx1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7680D9EF-9C81-467B-1071-F4217B1ECC48}"/>
                </a:ext>
              </a:extLst>
            </p:cNvPr>
            <p:cNvSpPr/>
            <p:nvPr/>
          </p:nvSpPr>
          <p:spPr>
            <a:xfrm>
              <a:off x="7913468" y="4441291"/>
              <a:ext cx="540000" cy="540000"/>
            </a:xfrm>
            <a:prstGeom prst="rect">
              <a:avLst/>
            </a:prstGeom>
            <a:solidFill>
              <a:srgbClr val="C87137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317500" contourW="19050">
              <a:extrusionClr>
                <a:srgbClr val="C87137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6" name="楕円 5">
              <a:extLst>
                <a:ext uri="{FF2B5EF4-FFF2-40B4-BE49-F238E27FC236}">
                  <a16:creationId xmlns:a16="http://schemas.microsoft.com/office/drawing/2014/main" id="{D28A4BDC-F794-BA98-A1B7-329D264118A9}"/>
                </a:ext>
              </a:extLst>
            </p:cNvPr>
            <p:cNvSpPr/>
            <p:nvPr/>
          </p:nvSpPr>
          <p:spPr>
            <a:xfrm>
              <a:off x="8003468" y="4868826"/>
              <a:ext cx="360000" cy="360000"/>
            </a:xfrm>
            <a:prstGeom prst="ellipse">
              <a:avLst/>
            </a:prstGeom>
            <a:solidFill>
              <a:srgbClr val="F6DF80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254000" contourW="19050" prstMaterial="matte">
              <a:bevelT w="0" h="0"/>
              <a:extrusionClr>
                <a:srgbClr val="F6DF80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98088760-7ABE-DE14-8DD0-090CEE209551}"/>
                </a:ext>
              </a:extLst>
            </p:cNvPr>
            <p:cNvSpPr/>
            <p:nvPr/>
          </p:nvSpPr>
          <p:spPr>
            <a:xfrm>
              <a:off x="6383468" y="2690672"/>
              <a:ext cx="3600000" cy="3600000"/>
            </a:xfrm>
            <a:prstGeom prst="rect">
              <a:avLst/>
            </a:prstGeom>
            <a:solidFill>
              <a:srgbClr val="C87137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317500" contourW="19050">
              <a:extrusionClr>
                <a:srgbClr val="C87137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8" name="楕円 7">
              <a:extLst>
                <a:ext uri="{FF2B5EF4-FFF2-40B4-BE49-F238E27FC236}">
                  <a16:creationId xmlns:a16="http://schemas.microsoft.com/office/drawing/2014/main" id="{DB0293F4-774B-179B-0FD8-0CE4332F555D}"/>
                </a:ext>
              </a:extLst>
            </p:cNvPr>
            <p:cNvSpPr/>
            <p:nvPr/>
          </p:nvSpPr>
          <p:spPr>
            <a:xfrm>
              <a:off x="6743468" y="2885516"/>
              <a:ext cx="2880000" cy="2880000"/>
            </a:xfrm>
            <a:prstGeom prst="ellipse">
              <a:avLst/>
            </a:prstGeom>
            <a:solidFill>
              <a:srgbClr val="AA8800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127000" contourW="19050" prstMaterial="matte">
              <a:bevelT w="0" h="0"/>
              <a:extrusionClr>
                <a:srgbClr val="AA8800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1" name="楕円 10">
              <a:extLst>
                <a:ext uri="{FF2B5EF4-FFF2-40B4-BE49-F238E27FC236}">
                  <a16:creationId xmlns:a16="http://schemas.microsoft.com/office/drawing/2014/main" id="{4AEF7680-3F85-05F3-B9D8-01D446B589D2}"/>
                </a:ext>
              </a:extLst>
            </p:cNvPr>
            <p:cNvSpPr/>
            <p:nvPr/>
          </p:nvSpPr>
          <p:spPr>
            <a:xfrm>
              <a:off x="7463468" y="3581836"/>
              <a:ext cx="1440000" cy="1440000"/>
            </a:xfrm>
            <a:prstGeom prst="ellipse">
              <a:avLst/>
            </a:prstGeom>
            <a:solidFill>
              <a:srgbClr val="FF6600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12700" contourW="6350" prstMaterial="matte">
              <a:bevelT w="0" h="0"/>
              <a:extrusionClr>
                <a:srgbClr val="FF6600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5" name="楕円 14">
              <a:extLst>
                <a:ext uri="{FF2B5EF4-FFF2-40B4-BE49-F238E27FC236}">
                  <a16:creationId xmlns:a16="http://schemas.microsoft.com/office/drawing/2014/main" id="{322E43A2-B6AD-C5B9-0C39-B06F29BF67B2}"/>
                </a:ext>
              </a:extLst>
            </p:cNvPr>
            <p:cNvSpPr/>
            <p:nvPr/>
          </p:nvSpPr>
          <p:spPr>
            <a:xfrm>
              <a:off x="6743468" y="1195721"/>
              <a:ext cx="2880000" cy="2880000"/>
            </a:xfrm>
            <a:prstGeom prst="ellipse">
              <a:avLst/>
            </a:prstGeom>
            <a:solidFill>
              <a:srgbClr val="AA8800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127000" contourW="19050" prstMaterial="matte">
              <a:bevelT w="0" h="0"/>
              <a:extrusionClr>
                <a:srgbClr val="AA8800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6BE8C035-12A3-4AC0-21EE-811CAB849137}"/>
                </a:ext>
              </a:extLst>
            </p:cNvPr>
            <p:cNvSpPr/>
            <p:nvPr/>
          </p:nvSpPr>
          <p:spPr>
            <a:xfrm>
              <a:off x="6383468" y="-171000"/>
              <a:ext cx="3600000" cy="3600000"/>
            </a:xfrm>
            <a:prstGeom prst="rect">
              <a:avLst/>
            </a:prstGeom>
            <a:solidFill>
              <a:srgbClr val="C87137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317500" contourW="19050">
              <a:extrusionClr>
                <a:srgbClr val="C87137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F5D760CD-B3B0-0CC8-AEF7-0465622544C8}"/>
                </a:ext>
              </a:extLst>
            </p:cNvPr>
            <p:cNvSpPr/>
            <p:nvPr/>
          </p:nvSpPr>
          <p:spPr>
            <a:xfrm>
              <a:off x="7913468" y="1027693"/>
              <a:ext cx="540000" cy="540000"/>
            </a:xfrm>
            <a:prstGeom prst="rect">
              <a:avLst/>
            </a:prstGeom>
            <a:solidFill>
              <a:srgbClr val="C87137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317500" contourW="19050">
              <a:extrusionClr>
                <a:srgbClr val="C87137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24" name="楕円 23">
              <a:extLst>
                <a:ext uri="{FF2B5EF4-FFF2-40B4-BE49-F238E27FC236}">
                  <a16:creationId xmlns:a16="http://schemas.microsoft.com/office/drawing/2014/main" id="{03BCA7E0-BED6-6024-AB87-698696B973C8}"/>
                </a:ext>
              </a:extLst>
            </p:cNvPr>
            <p:cNvSpPr/>
            <p:nvPr/>
          </p:nvSpPr>
          <p:spPr>
            <a:xfrm>
              <a:off x="8003468" y="862713"/>
              <a:ext cx="360000" cy="360000"/>
            </a:xfrm>
            <a:prstGeom prst="ellipse">
              <a:avLst/>
            </a:prstGeom>
            <a:solidFill>
              <a:srgbClr val="F6DF80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254000" contourW="19050" prstMaterial="matte">
              <a:bevelT w="0" h="0"/>
              <a:extrusionClr>
                <a:srgbClr val="F6DF80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26" name="楕円 25">
              <a:extLst>
                <a:ext uri="{FF2B5EF4-FFF2-40B4-BE49-F238E27FC236}">
                  <a16:creationId xmlns:a16="http://schemas.microsoft.com/office/drawing/2014/main" id="{16BBAB62-61C0-79A5-D9DE-CB8727F47FFE}"/>
                </a:ext>
              </a:extLst>
            </p:cNvPr>
            <p:cNvSpPr/>
            <p:nvPr/>
          </p:nvSpPr>
          <p:spPr>
            <a:xfrm>
              <a:off x="8165468" y="74322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254000" contourW="19050" prstMaterial="matte">
              <a:bevelT w="0" h="0"/>
              <a:extrusionClr>
                <a:schemeClr val="tx1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6892039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95EAD77D-3D6A-617D-CEDD-EFC83126714A}"/>
              </a:ext>
            </a:extLst>
          </p:cNvPr>
          <p:cNvGrpSpPr/>
          <p:nvPr/>
        </p:nvGrpSpPr>
        <p:grpSpPr>
          <a:xfrm>
            <a:off x="4305000" y="198164"/>
            <a:ext cx="3600000" cy="6461672"/>
            <a:chOff x="4305000" y="198164"/>
            <a:chExt cx="3600000" cy="6461672"/>
          </a:xfrm>
        </p:grpSpPr>
        <p:sp>
          <p:nvSpPr>
            <p:cNvPr id="4" name="楕円 3">
              <a:extLst>
                <a:ext uri="{FF2B5EF4-FFF2-40B4-BE49-F238E27FC236}">
                  <a16:creationId xmlns:a16="http://schemas.microsoft.com/office/drawing/2014/main" id="{500040C3-5A6B-B963-7864-0C51E1488304}"/>
                </a:ext>
              </a:extLst>
            </p:cNvPr>
            <p:cNvSpPr/>
            <p:nvPr/>
          </p:nvSpPr>
          <p:spPr>
            <a:xfrm>
              <a:off x="6087000" y="567049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  <a:scene3d>
              <a:camera prst="isometricOffAxis2Top"/>
              <a:lightRig rig="contrasting" dir="t"/>
            </a:scene3d>
            <a:sp3d extrusionH="254000" contourW="19050" prstMaterial="matte">
              <a:bevelT w="0" h="0"/>
              <a:extrusionClr>
                <a:schemeClr val="tx1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190266E4-2650-A534-E186-4D1F6EAFDE5D}"/>
                </a:ext>
              </a:extLst>
            </p:cNvPr>
            <p:cNvSpPr/>
            <p:nvPr/>
          </p:nvSpPr>
          <p:spPr>
            <a:xfrm>
              <a:off x="5835000" y="4810455"/>
              <a:ext cx="540000" cy="540000"/>
            </a:xfrm>
            <a:prstGeom prst="rect">
              <a:avLst/>
            </a:prstGeom>
            <a:solidFill>
              <a:srgbClr val="C87137"/>
            </a:solidFill>
            <a:ln>
              <a:solidFill>
                <a:schemeClr val="tx1"/>
              </a:solidFill>
            </a:ln>
            <a:scene3d>
              <a:camera prst="isometricOffAxis2Top"/>
              <a:lightRig rig="contrasting" dir="t"/>
            </a:scene3d>
            <a:sp3d extrusionH="317500" contourW="19050">
              <a:extrusionClr>
                <a:srgbClr val="C87137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6" name="楕円 5">
              <a:extLst>
                <a:ext uri="{FF2B5EF4-FFF2-40B4-BE49-F238E27FC236}">
                  <a16:creationId xmlns:a16="http://schemas.microsoft.com/office/drawing/2014/main" id="{82FE63F3-E17C-7EB4-FEE3-8587766DAE86}"/>
                </a:ext>
              </a:extLst>
            </p:cNvPr>
            <p:cNvSpPr/>
            <p:nvPr/>
          </p:nvSpPr>
          <p:spPr>
            <a:xfrm>
              <a:off x="5925000" y="5237990"/>
              <a:ext cx="360000" cy="360000"/>
            </a:xfrm>
            <a:prstGeom prst="ellipse">
              <a:avLst/>
            </a:prstGeom>
            <a:solidFill>
              <a:srgbClr val="F6DF80"/>
            </a:solidFill>
            <a:ln>
              <a:solidFill>
                <a:schemeClr val="tx1"/>
              </a:solidFill>
            </a:ln>
            <a:scene3d>
              <a:camera prst="isometricOffAxis2Top"/>
              <a:lightRig rig="contrasting" dir="t"/>
            </a:scene3d>
            <a:sp3d extrusionH="254000" contourW="19050" prstMaterial="matte">
              <a:bevelT w="0" h="0"/>
              <a:extrusionClr>
                <a:srgbClr val="F6DF80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A6AE8B64-0276-F85D-010A-D716C7EAF83A}"/>
                </a:ext>
              </a:extLst>
            </p:cNvPr>
            <p:cNvSpPr/>
            <p:nvPr/>
          </p:nvSpPr>
          <p:spPr>
            <a:xfrm>
              <a:off x="4305000" y="3059836"/>
              <a:ext cx="3600000" cy="3600000"/>
            </a:xfrm>
            <a:prstGeom prst="rect">
              <a:avLst/>
            </a:prstGeom>
            <a:solidFill>
              <a:srgbClr val="C87137"/>
            </a:solidFill>
            <a:ln>
              <a:solidFill>
                <a:schemeClr val="tx1"/>
              </a:solidFill>
            </a:ln>
            <a:scene3d>
              <a:camera prst="isometricOffAxis2Top"/>
              <a:lightRig rig="contrasting" dir="t"/>
            </a:scene3d>
            <a:sp3d extrusionH="317500" contourW="19050">
              <a:extrusionClr>
                <a:srgbClr val="C87137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8" name="楕円 7">
              <a:extLst>
                <a:ext uri="{FF2B5EF4-FFF2-40B4-BE49-F238E27FC236}">
                  <a16:creationId xmlns:a16="http://schemas.microsoft.com/office/drawing/2014/main" id="{EA5C879B-B572-41CA-EA3F-646CAF39F268}"/>
                </a:ext>
              </a:extLst>
            </p:cNvPr>
            <p:cNvSpPr/>
            <p:nvPr/>
          </p:nvSpPr>
          <p:spPr>
            <a:xfrm>
              <a:off x="5025000" y="3675550"/>
              <a:ext cx="2160000" cy="2160000"/>
            </a:xfrm>
            <a:prstGeom prst="ellipse">
              <a:avLst/>
            </a:prstGeom>
            <a:solidFill>
              <a:srgbClr val="AA8800"/>
            </a:solidFill>
            <a:ln>
              <a:solidFill>
                <a:schemeClr val="tx1"/>
              </a:solidFill>
            </a:ln>
            <a:scene3d>
              <a:camera prst="isometricOffAxis2Top"/>
              <a:lightRig rig="contrasting" dir="t"/>
            </a:scene3d>
            <a:sp3d extrusionH="127000" contourW="19050" prstMaterial="matte">
              <a:bevelT w="0" h="0"/>
              <a:extrusionClr>
                <a:srgbClr val="AA8800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5" name="円: 塗りつぶしなし 14">
              <a:extLst>
                <a:ext uri="{FF2B5EF4-FFF2-40B4-BE49-F238E27FC236}">
                  <a16:creationId xmlns:a16="http://schemas.microsoft.com/office/drawing/2014/main" id="{522AA38F-8811-5A64-5865-DC36E3ABC532}"/>
                </a:ext>
              </a:extLst>
            </p:cNvPr>
            <p:cNvSpPr/>
            <p:nvPr/>
          </p:nvSpPr>
          <p:spPr>
            <a:xfrm>
              <a:off x="4485000" y="3059836"/>
              <a:ext cx="3240000" cy="3240000"/>
            </a:xfrm>
            <a:prstGeom prst="donut">
              <a:avLst>
                <a:gd name="adj" fmla="val 14808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  <a:scene3d>
              <a:camera prst="isometricOffAxis2Top"/>
              <a:lightRig rig="contrasting" dir="t"/>
            </a:scene3d>
            <a:sp3d extrusionH="190500" contourW="19050">
              <a:extrusionClr>
                <a:schemeClr val="bg1"/>
              </a:extrusion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16" name="円: 塗りつぶしなし 15">
              <a:extLst>
                <a:ext uri="{FF2B5EF4-FFF2-40B4-BE49-F238E27FC236}">
                  <a16:creationId xmlns:a16="http://schemas.microsoft.com/office/drawing/2014/main" id="{FA3E40FD-F3DE-BA8B-7EC0-C46FFA423D56}"/>
                </a:ext>
              </a:extLst>
            </p:cNvPr>
            <p:cNvSpPr/>
            <p:nvPr/>
          </p:nvSpPr>
          <p:spPr>
            <a:xfrm>
              <a:off x="5115000" y="3675550"/>
              <a:ext cx="1980000" cy="1980000"/>
            </a:xfrm>
            <a:prstGeom prst="donut">
              <a:avLst>
                <a:gd name="adj" fmla="val 20322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  <a:scene3d>
              <a:camera prst="isometricOffAxis2Top"/>
              <a:lightRig rig="contrasting" dir="t"/>
            </a:scene3d>
            <a:sp3d extrusionH="76200" contourW="19050">
              <a:extrusionClr>
                <a:schemeClr val="bg1"/>
              </a:extrusion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" name="楕円 8">
              <a:extLst>
                <a:ext uri="{FF2B5EF4-FFF2-40B4-BE49-F238E27FC236}">
                  <a16:creationId xmlns:a16="http://schemas.microsoft.com/office/drawing/2014/main" id="{FC0DBF36-93B8-C24A-E158-4286A4AF8649}"/>
                </a:ext>
              </a:extLst>
            </p:cNvPr>
            <p:cNvSpPr/>
            <p:nvPr/>
          </p:nvSpPr>
          <p:spPr>
            <a:xfrm>
              <a:off x="5565000" y="4100076"/>
              <a:ext cx="1080000" cy="1080000"/>
            </a:xfrm>
            <a:prstGeom prst="ellipse">
              <a:avLst/>
            </a:prstGeom>
            <a:solidFill>
              <a:srgbClr val="FF6600"/>
            </a:solidFill>
            <a:ln>
              <a:solidFill>
                <a:schemeClr val="tx1"/>
              </a:solidFill>
            </a:ln>
            <a:scene3d>
              <a:camera prst="isometricOffAxis2Top"/>
              <a:lightRig rig="contrasting" dir="t"/>
            </a:scene3d>
            <a:sp3d extrusionH="63500" contourW="19050" prstMaterial="matte">
              <a:bevelT w="0" h="0"/>
              <a:extrusionClr>
                <a:srgbClr val="FF6600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0" name="楕円 9">
              <a:extLst>
                <a:ext uri="{FF2B5EF4-FFF2-40B4-BE49-F238E27FC236}">
                  <a16:creationId xmlns:a16="http://schemas.microsoft.com/office/drawing/2014/main" id="{7E892FFE-48AA-E697-D8E1-B447BF9377C5}"/>
                </a:ext>
              </a:extLst>
            </p:cNvPr>
            <p:cNvSpPr/>
            <p:nvPr/>
          </p:nvSpPr>
          <p:spPr>
            <a:xfrm>
              <a:off x="5025000" y="1936857"/>
              <a:ext cx="2160000" cy="2160000"/>
            </a:xfrm>
            <a:prstGeom prst="ellipse">
              <a:avLst/>
            </a:prstGeom>
            <a:solidFill>
              <a:srgbClr val="AA8800"/>
            </a:solidFill>
            <a:ln>
              <a:solidFill>
                <a:schemeClr val="tx1"/>
              </a:solidFill>
            </a:ln>
            <a:scene3d>
              <a:camera prst="isometricOffAxis2Top"/>
              <a:lightRig rig="contrasting" dir="t"/>
            </a:scene3d>
            <a:sp3d extrusionH="127000" contourW="19050" prstMaterial="matte">
              <a:bevelT w="0" h="0"/>
              <a:extrusionClr>
                <a:srgbClr val="AA8800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C250061B-CC8F-BB33-F69D-A05D3D49710A}"/>
                </a:ext>
              </a:extLst>
            </p:cNvPr>
            <p:cNvSpPr/>
            <p:nvPr/>
          </p:nvSpPr>
          <p:spPr>
            <a:xfrm>
              <a:off x="4305000" y="198164"/>
              <a:ext cx="3600000" cy="3600000"/>
            </a:xfrm>
            <a:prstGeom prst="rect">
              <a:avLst/>
            </a:prstGeom>
            <a:solidFill>
              <a:srgbClr val="C87137"/>
            </a:solidFill>
            <a:ln>
              <a:solidFill>
                <a:schemeClr val="tx1"/>
              </a:solidFill>
            </a:ln>
            <a:scene3d>
              <a:camera prst="isometricOffAxis2Top"/>
              <a:lightRig rig="contrasting" dir="t"/>
            </a:scene3d>
            <a:sp3d extrusionH="317500" contourW="19050">
              <a:extrusionClr>
                <a:srgbClr val="C87137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B1DB126F-61D7-F65D-7C09-75E162066271}"/>
                </a:ext>
              </a:extLst>
            </p:cNvPr>
            <p:cNvSpPr/>
            <p:nvPr/>
          </p:nvSpPr>
          <p:spPr>
            <a:xfrm>
              <a:off x="5835000" y="1396857"/>
              <a:ext cx="540000" cy="540000"/>
            </a:xfrm>
            <a:prstGeom prst="rect">
              <a:avLst/>
            </a:prstGeom>
            <a:solidFill>
              <a:srgbClr val="C87137"/>
            </a:solidFill>
            <a:ln>
              <a:solidFill>
                <a:schemeClr val="tx1"/>
              </a:solidFill>
            </a:ln>
            <a:scene3d>
              <a:camera prst="isometricOffAxis2Top"/>
              <a:lightRig rig="contrasting" dir="t"/>
            </a:scene3d>
            <a:sp3d extrusionH="317500" contourW="19050">
              <a:extrusionClr>
                <a:srgbClr val="C87137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3" name="楕円 12">
              <a:extLst>
                <a:ext uri="{FF2B5EF4-FFF2-40B4-BE49-F238E27FC236}">
                  <a16:creationId xmlns:a16="http://schemas.microsoft.com/office/drawing/2014/main" id="{2D76B5E3-6041-4EAE-C753-0FA369ABB12D}"/>
                </a:ext>
              </a:extLst>
            </p:cNvPr>
            <p:cNvSpPr/>
            <p:nvPr/>
          </p:nvSpPr>
          <p:spPr>
            <a:xfrm>
              <a:off x="5925000" y="1231877"/>
              <a:ext cx="360000" cy="360000"/>
            </a:xfrm>
            <a:prstGeom prst="ellipse">
              <a:avLst/>
            </a:prstGeom>
            <a:solidFill>
              <a:srgbClr val="F6DF80"/>
            </a:solidFill>
            <a:ln>
              <a:solidFill>
                <a:schemeClr val="tx1"/>
              </a:solidFill>
            </a:ln>
            <a:scene3d>
              <a:camera prst="isometricOffAxis2Top"/>
              <a:lightRig rig="contrasting" dir="t"/>
            </a:scene3d>
            <a:sp3d extrusionH="254000" contourW="19050" prstMaterial="matte">
              <a:bevelT w="0" h="0"/>
              <a:extrusionClr>
                <a:srgbClr val="F6DF80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4" name="楕円 13">
              <a:extLst>
                <a:ext uri="{FF2B5EF4-FFF2-40B4-BE49-F238E27FC236}">
                  <a16:creationId xmlns:a16="http://schemas.microsoft.com/office/drawing/2014/main" id="{0B21B218-DE77-E172-1A92-72D26A3AEB2F}"/>
                </a:ext>
              </a:extLst>
            </p:cNvPr>
            <p:cNvSpPr/>
            <p:nvPr/>
          </p:nvSpPr>
          <p:spPr>
            <a:xfrm>
              <a:off x="6087000" y="111239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  <a:scene3d>
              <a:camera prst="isometricOffAxis2Top"/>
              <a:lightRig rig="contrasting" dir="t"/>
            </a:scene3d>
            <a:sp3d extrusionH="254000" contourW="19050" prstMaterial="matte">
              <a:bevelT w="0" h="0"/>
              <a:extrusionClr>
                <a:schemeClr val="tx1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7438973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C366F3-C85E-C712-3A4C-73E571E340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04483A68-3283-1C21-0FFD-0FC7ECFC2F24}"/>
              </a:ext>
            </a:extLst>
          </p:cNvPr>
          <p:cNvSpPr/>
          <p:nvPr/>
        </p:nvSpPr>
        <p:spPr>
          <a:xfrm>
            <a:off x="6915000" y="4588009"/>
            <a:ext cx="2160000" cy="1800000"/>
          </a:xfrm>
          <a:prstGeom prst="rect">
            <a:avLst/>
          </a:prstGeom>
          <a:solidFill>
            <a:srgbClr val="002060"/>
          </a:solidFill>
          <a:ln>
            <a:noFill/>
          </a:ln>
          <a:scene3d>
            <a:camera prst="isometricOffAxis2Top"/>
            <a:lightRig rig="contrasting" dir="t"/>
          </a:scene3d>
          <a:sp3d extrusionH="254000" contour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6DE23B00-EDCC-1DA3-A56E-B5F4F938DBF7}"/>
              </a:ext>
            </a:extLst>
          </p:cNvPr>
          <p:cNvSpPr/>
          <p:nvPr/>
        </p:nvSpPr>
        <p:spPr>
          <a:xfrm>
            <a:off x="6087000" y="5670499"/>
            <a:ext cx="36000" cy="36000"/>
          </a:xfrm>
          <a:prstGeom prst="ellipse">
            <a:avLst/>
          </a:prstGeom>
          <a:solidFill>
            <a:schemeClr val="tx1"/>
          </a:solidFill>
          <a:ln>
            <a:noFill/>
          </a:ln>
          <a:scene3d>
            <a:camera prst="isometricOffAxis2Top"/>
            <a:lightRig rig="contrasting" dir="t"/>
          </a:scene3d>
          <a:sp3d extrusionH="254000" contourW="19050" prstMaterial="matte">
            <a:bevelT w="0" h="0"/>
            <a:extrusionClr>
              <a:schemeClr val="tx1"/>
            </a:extrusionClr>
            <a:contourClr>
              <a:schemeClr val="tx1"/>
            </a:contour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5627201-1942-0686-18E1-058F16B58634}"/>
              </a:ext>
            </a:extLst>
          </p:cNvPr>
          <p:cNvSpPr/>
          <p:nvPr/>
        </p:nvSpPr>
        <p:spPr>
          <a:xfrm>
            <a:off x="5835000" y="4810455"/>
            <a:ext cx="540000" cy="540000"/>
          </a:xfrm>
          <a:prstGeom prst="rect">
            <a:avLst/>
          </a:prstGeom>
          <a:solidFill>
            <a:srgbClr val="C87137"/>
          </a:solidFill>
          <a:ln>
            <a:noFill/>
          </a:ln>
          <a:scene3d>
            <a:camera prst="isometricOffAxis2Top"/>
            <a:lightRig rig="contrasting" dir="t"/>
          </a:scene3d>
          <a:sp3d extrusionH="317500" contourW="19050">
            <a:extrusionClr>
              <a:srgbClr val="C87137"/>
            </a:extrusionClr>
            <a:contourClr>
              <a:schemeClr val="tx1"/>
            </a:contour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5E6A773D-B71C-D7D0-FB6F-DA106B362FAC}"/>
              </a:ext>
            </a:extLst>
          </p:cNvPr>
          <p:cNvSpPr/>
          <p:nvPr/>
        </p:nvSpPr>
        <p:spPr>
          <a:xfrm>
            <a:off x="5925000" y="5237990"/>
            <a:ext cx="360000" cy="360000"/>
          </a:xfrm>
          <a:prstGeom prst="ellipse">
            <a:avLst/>
          </a:prstGeom>
          <a:solidFill>
            <a:srgbClr val="F6DF80"/>
          </a:solidFill>
          <a:ln>
            <a:noFill/>
          </a:ln>
          <a:scene3d>
            <a:camera prst="isometricOffAxis2Top"/>
            <a:lightRig rig="contrasting" dir="t"/>
          </a:scene3d>
          <a:sp3d extrusionH="254000" contourW="19050" prstMaterial="matte">
            <a:bevelT w="0" h="0"/>
            <a:extrusionClr>
              <a:srgbClr val="F6DF80"/>
            </a:extrusionClr>
            <a:contourClr>
              <a:schemeClr val="tx1"/>
            </a:contour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BA26F85D-8F9B-4ABC-4B64-6B82769D3B2C}"/>
              </a:ext>
            </a:extLst>
          </p:cNvPr>
          <p:cNvSpPr/>
          <p:nvPr/>
        </p:nvSpPr>
        <p:spPr>
          <a:xfrm>
            <a:off x="4305000" y="3059836"/>
            <a:ext cx="3600000" cy="3600000"/>
          </a:xfrm>
          <a:prstGeom prst="rect">
            <a:avLst/>
          </a:prstGeom>
          <a:solidFill>
            <a:srgbClr val="C87137"/>
          </a:solidFill>
          <a:ln>
            <a:noFill/>
          </a:ln>
          <a:scene3d>
            <a:camera prst="isometricOffAxis2Top"/>
            <a:lightRig rig="contrasting" dir="t"/>
          </a:scene3d>
          <a:sp3d extrusionH="317500" contourW="19050">
            <a:extrusionClr>
              <a:srgbClr val="C87137"/>
            </a:extrusionClr>
            <a:contourClr>
              <a:schemeClr val="tx1"/>
            </a:contour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1A1152A7-F2AE-F213-693A-DCDEE3A7415C}"/>
              </a:ext>
            </a:extLst>
          </p:cNvPr>
          <p:cNvSpPr/>
          <p:nvPr/>
        </p:nvSpPr>
        <p:spPr>
          <a:xfrm>
            <a:off x="5025000" y="3675550"/>
            <a:ext cx="2160000" cy="2160000"/>
          </a:xfrm>
          <a:prstGeom prst="ellipse">
            <a:avLst/>
          </a:prstGeom>
          <a:solidFill>
            <a:srgbClr val="AA8800"/>
          </a:solidFill>
          <a:ln>
            <a:noFill/>
          </a:ln>
          <a:scene3d>
            <a:camera prst="isometricOffAxis2Top"/>
            <a:lightRig rig="contrasting" dir="t"/>
          </a:scene3d>
          <a:sp3d extrusionH="127000" contourW="19050" prstMaterial="matte">
            <a:bevelT w="0" h="0"/>
            <a:extrusionClr>
              <a:srgbClr val="AA8800"/>
            </a:extrusionClr>
            <a:contourClr>
              <a:schemeClr val="tx1"/>
            </a:contour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5" name="円: 塗りつぶしなし 14">
            <a:extLst>
              <a:ext uri="{FF2B5EF4-FFF2-40B4-BE49-F238E27FC236}">
                <a16:creationId xmlns:a16="http://schemas.microsoft.com/office/drawing/2014/main" id="{47CAD2C0-B8D8-6C14-B33A-B63D33B1AFA8}"/>
              </a:ext>
            </a:extLst>
          </p:cNvPr>
          <p:cNvSpPr/>
          <p:nvPr/>
        </p:nvSpPr>
        <p:spPr>
          <a:xfrm>
            <a:off x="4485000" y="3059836"/>
            <a:ext cx="3240000" cy="3240000"/>
          </a:xfrm>
          <a:prstGeom prst="donut">
            <a:avLst>
              <a:gd name="adj" fmla="val 14808"/>
            </a:avLst>
          </a:prstGeom>
          <a:solidFill>
            <a:schemeClr val="bg1"/>
          </a:solidFill>
          <a:ln>
            <a:noFill/>
          </a:ln>
          <a:scene3d>
            <a:camera prst="isometricOffAxis2Top"/>
            <a:lightRig rig="contrasting" dir="t"/>
          </a:scene3d>
          <a:sp3d extrusionH="190500" contourW="19050">
            <a:extrusionClr>
              <a:schemeClr val="bg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6" name="円: 塗りつぶしなし 15">
            <a:extLst>
              <a:ext uri="{FF2B5EF4-FFF2-40B4-BE49-F238E27FC236}">
                <a16:creationId xmlns:a16="http://schemas.microsoft.com/office/drawing/2014/main" id="{8A105B71-F829-4957-501D-02BD827FD543}"/>
              </a:ext>
            </a:extLst>
          </p:cNvPr>
          <p:cNvSpPr/>
          <p:nvPr/>
        </p:nvSpPr>
        <p:spPr>
          <a:xfrm>
            <a:off x="5115000" y="3675550"/>
            <a:ext cx="1980000" cy="1980000"/>
          </a:xfrm>
          <a:prstGeom prst="donut">
            <a:avLst>
              <a:gd name="adj" fmla="val 20322"/>
            </a:avLst>
          </a:prstGeom>
          <a:solidFill>
            <a:schemeClr val="bg1"/>
          </a:solidFill>
          <a:ln>
            <a:noFill/>
          </a:ln>
          <a:scene3d>
            <a:camera prst="isometricOffAxis2Top"/>
            <a:lightRig rig="contrasting" dir="t"/>
          </a:scene3d>
          <a:sp3d extrusionH="76200" contourW="19050">
            <a:extrusionClr>
              <a:schemeClr val="bg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002D56E4-C073-B399-86CD-D7BFA83C43C8}"/>
              </a:ext>
            </a:extLst>
          </p:cNvPr>
          <p:cNvSpPr/>
          <p:nvPr/>
        </p:nvSpPr>
        <p:spPr>
          <a:xfrm>
            <a:off x="5565000" y="4064330"/>
            <a:ext cx="1080000" cy="1080000"/>
          </a:xfrm>
          <a:prstGeom prst="ellipse">
            <a:avLst/>
          </a:prstGeom>
          <a:solidFill>
            <a:srgbClr val="FF6600"/>
          </a:solidFill>
          <a:ln>
            <a:noFill/>
          </a:ln>
          <a:scene3d>
            <a:camera prst="isometricOffAxis2Top"/>
            <a:lightRig rig="contrasting" dir="t"/>
          </a:scene3d>
          <a:sp3d extrusionH="63500" contourW="19050" prstMaterial="matte">
            <a:bevelT w="0" h="0"/>
            <a:extrusionClr>
              <a:srgbClr val="FF6600"/>
            </a:extrusionClr>
            <a:contourClr>
              <a:schemeClr val="tx1"/>
            </a:contour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68C1FAE7-1A0D-9D5F-EEFC-5387743AEC75}"/>
              </a:ext>
            </a:extLst>
          </p:cNvPr>
          <p:cNvSpPr/>
          <p:nvPr/>
        </p:nvSpPr>
        <p:spPr>
          <a:xfrm>
            <a:off x="5025000" y="1936857"/>
            <a:ext cx="2160000" cy="2160000"/>
          </a:xfrm>
          <a:prstGeom prst="ellipse">
            <a:avLst/>
          </a:prstGeom>
          <a:solidFill>
            <a:srgbClr val="AA8800"/>
          </a:solidFill>
          <a:ln>
            <a:noFill/>
          </a:ln>
          <a:scene3d>
            <a:camera prst="isometricOffAxis2Top"/>
            <a:lightRig rig="contrasting" dir="t"/>
          </a:scene3d>
          <a:sp3d extrusionH="127000" contourW="19050" prstMaterial="matte">
            <a:bevelT w="0" h="0"/>
            <a:extrusionClr>
              <a:srgbClr val="AA8800"/>
            </a:extrusionClr>
            <a:contourClr>
              <a:schemeClr val="tx1"/>
            </a:contour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C2464EF0-1811-E1A3-CF91-416821033350}"/>
              </a:ext>
            </a:extLst>
          </p:cNvPr>
          <p:cNvSpPr/>
          <p:nvPr/>
        </p:nvSpPr>
        <p:spPr>
          <a:xfrm>
            <a:off x="4305000" y="198164"/>
            <a:ext cx="3600000" cy="3600000"/>
          </a:xfrm>
          <a:prstGeom prst="rect">
            <a:avLst/>
          </a:prstGeom>
          <a:solidFill>
            <a:srgbClr val="C87137"/>
          </a:solidFill>
          <a:ln>
            <a:noFill/>
          </a:ln>
          <a:scene3d>
            <a:camera prst="isometricOffAxis2Top"/>
            <a:lightRig rig="contrasting" dir="t"/>
          </a:scene3d>
          <a:sp3d extrusionH="317500" contourW="19050">
            <a:extrusionClr>
              <a:srgbClr val="C87137"/>
            </a:extrusionClr>
            <a:contourClr>
              <a:schemeClr val="tx1"/>
            </a:contour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3D58F382-95E8-FCBB-7211-CAFB2939D8C1}"/>
              </a:ext>
            </a:extLst>
          </p:cNvPr>
          <p:cNvSpPr/>
          <p:nvPr/>
        </p:nvSpPr>
        <p:spPr>
          <a:xfrm>
            <a:off x="5835000" y="1396857"/>
            <a:ext cx="540000" cy="540000"/>
          </a:xfrm>
          <a:prstGeom prst="rect">
            <a:avLst/>
          </a:prstGeom>
          <a:solidFill>
            <a:srgbClr val="C87137"/>
          </a:solidFill>
          <a:ln>
            <a:noFill/>
          </a:ln>
          <a:scene3d>
            <a:camera prst="isometricOffAxis2Top"/>
            <a:lightRig rig="contrasting" dir="t"/>
          </a:scene3d>
          <a:sp3d extrusionH="317500" contourW="19050">
            <a:extrusionClr>
              <a:srgbClr val="C87137"/>
            </a:extrusionClr>
            <a:contourClr>
              <a:schemeClr val="tx1"/>
            </a:contour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AF12E7B4-44A8-56D8-6186-A3F3DCA03571}"/>
              </a:ext>
            </a:extLst>
          </p:cNvPr>
          <p:cNvSpPr/>
          <p:nvPr/>
        </p:nvSpPr>
        <p:spPr>
          <a:xfrm>
            <a:off x="5925000" y="1231877"/>
            <a:ext cx="360000" cy="360000"/>
          </a:xfrm>
          <a:prstGeom prst="ellipse">
            <a:avLst/>
          </a:prstGeom>
          <a:solidFill>
            <a:srgbClr val="F6DF80"/>
          </a:solidFill>
          <a:ln>
            <a:noFill/>
          </a:ln>
          <a:scene3d>
            <a:camera prst="isometricOffAxis2Top"/>
            <a:lightRig rig="contrasting" dir="t"/>
          </a:scene3d>
          <a:sp3d extrusionH="254000" contourW="19050" prstMaterial="matte">
            <a:bevelT w="0" h="0"/>
            <a:extrusionClr>
              <a:srgbClr val="F6DF80"/>
            </a:extrusionClr>
            <a:contourClr>
              <a:schemeClr val="tx1"/>
            </a:contour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042FA37B-AE09-65BC-7047-6C6B9151A090}"/>
              </a:ext>
            </a:extLst>
          </p:cNvPr>
          <p:cNvSpPr/>
          <p:nvPr/>
        </p:nvSpPr>
        <p:spPr>
          <a:xfrm>
            <a:off x="6087000" y="1112393"/>
            <a:ext cx="36000" cy="36000"/>
          </a:xfrm>
          <a:prstGeom prst="ellipse">
            <a:avLst/>
          </a:prstGeom>
          <a:solidFill>
            <a:schemeClr val="tx1"/>
          </a:solidFill>
          <a:ln>
            <a:noFill/>
          </a:ln>
          <a:scene3d>
            <a:camera prst="isometricOffAxis2Top"/>
            <a:lightRig rig="contrasting" dir="t"/>
          </a:scene3d>
          <a:sp3d extrusionH="254000" contourW="19050" prstMaterial="matte">
            <a:bevelT w="0" h="0"/>
            <a:extrusionClr>
              <a:schemeClr val="tx1"/>
            </a:extrusionClr>
            <a:contourClr>
              <a:schemeClr val="tx1"/>
            </a:contour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F2B335AB-7346-A914-FE65-C35C46DB77B8}"/>
              </a:ext>
            </a:extLst>
          </p:cNvPr>
          <p:cNvSpPr/>
          <p:nvPr/>
        </p:nvSpPr>
        <p:spPr>
          <a:xfrm>
            <a:off x="8280875" y="1396857"/>
            <a:ext cx="720000" cy="1800000"/>
          </a:xfrm>
          <a:prstGeom prst="rect">
            <a:avLst/>
          </a:prstGeom>
          <a:solidFill>
            <a:srgbClr val="002060"/>
          </a:solidFill>
          <a:ln>
            <a:noFill/>
          </a:ln>
          <a:scene3d>
            <a:camera prst="isometricOffAxis2Top"/>
            <a:lightRig rig="contrasting" dir="t"/>
          </a:scene3d>
          <a:sp3d extrusionH="3454400" contour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39689697-FD59-AE57-33F5-B92191A5EB68}"/>
              </a:ext>
            </a:extLst>
          </p:cNvPr>
          <p:cNvSpPr/>
          <p:nvPr/>
        </p:nvSpPr>
        <p:spPr>
          <a:xfrm>
            <a:off x="6915000" y="1148393"/>
            <a:ext cx="2160000" cy="1800000"/>
          </a:xfrm>
          <a:prstGeom prst="rect">
            <a:avLst/>
          </a:prstGeom>
          <a:solidFill>
            <a:srgbClr val="002060"/>
          </a:solidFill>
          <a:ln>
            <a:noFill/>
          </a:ln>
          <a:scene3d>
            <a:camera prst="isometricOffAxis2Top"/>
            <a:lightRig rig="contrasting" dir="t"/>
          </a:scene3d>
          <a:sp3d extrusionH="254000" contour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560539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211</TotalTime>
  <Words>26</Words>
  <Application>Microsoft Office PowerPoint</Application>
  <PresentationFormat>ワイド画面</PresentationFormat>
  <Paragraphs>10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9" baseType="lpstr">
      <vt:lpstr>ＭＳ 明朝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栁原 魁人_長野</dc:creator>
  <cp:lastModifiedBy>栁原 魁人_長野</cp:lastModifiedBy>
  <cp:revision>10</cp:revision>
  <dcterms:created xsi:type="dcterms:W3CDTF">2026-01-15T07:14:20Z</dcterms:created>
  <dcterms:modified xsi:type="dcterms:W3CDTF">2026-02-19T05:34:59Z</dcterms:modified>
</cp:coreProperties>
</file>
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7137"/>
    <a:srgbClr val="F6DF80"/>
    <a:srgbClr val="FF6600"/>
    <a:srgbClr val="AA8800"/>
    <a:srgbClr val="429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744" y="12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F47E71-8371-76CC-57E5-CDE598074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5C476B-5F20-7471-6B0B-35A7E26F7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EF5989-1621-2820-E661-0AB5B826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C07FCF-1C69-FF78-3DED-C1710312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A4868B-245A-D497-494D-AABC5DE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829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A8489-B56F-B61E-2E13-408DF1AC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286D25-0096-2DA0-0A9C-3B3802CE0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8FAA9A-3DAF-C6A1-B577-5F2726EF9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CFA304-2421-2B51-D230-E34172C9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076A07-A474-3714-5C5C-E746943D1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211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2DDBF-FF64-BE66-4168-0F3A9605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C2544D-925E-A8C2-28D0-B890CFB25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ED30F9-D93F-0EAB-3F70-CCABC0BFD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C3903B-0764-48A2-8D2B-0F91E926E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5A78A9-030C-7F5A-3B98-FD29590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735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F299B-A8F5-6542-8CAE-2BEFAC51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41BBCE-D05F-C8DA-9092-06B574DAD0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AD8826-41EC-FD32-7B68-1694AA0D7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935B19-94B0-2B5A-3CAE-A839C09F6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9F4F21-E7F4-8DCB-0C36-366DE7C5E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1149DA-5CD5-EEB8-D649-82801252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6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EC7B20-A10C-63C1-9EEF-6882709F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1AB7B1-5131-5818-222D-FF8F56D88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1EAB18-5A47-8954-5BA2-87A6E0BF0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2D685D-65C5-944A-E87C-CB7B46FE6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67BFDA9-9241-4512-27E0-C860055027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CDA2DB-7326-5746-DA6B-26441C5B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95DD5F1-EE13-D34F-5081-C3597EA4E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DCD49B8-C6D0-AAA8-3F47-D76978DCA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2058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391679-5599-D6F4-21C1-7E32E314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4D9AF0B-84BE-89A0-A363-B8080974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AB1957-3CF6-DACC-1BA6-7D2C2BD8F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1711268-C9F8-C48A-8F42-1650B835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2388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911A4D-0164-D93B-678C-BE8F9ED93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8ED99-6350-110A-23CA-EC04A3518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413E95-9583-DDB3-323A-B4A9968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430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0EBB35-5E2B-F7A9-E8F8-D5F13152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0929F5-0953-7C80-39B6-81A0F6FD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0A0498-1733-51AD-B872-333D44713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A0EE9A-8408-A89E-D94C-3A70977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21BF03-5986-1DC8-76E2-50A0A6417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C5BA8A-A0CF-EAAA-3647-C1342FAB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977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891967-3686-AD1D-8C80-681A28A8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5CDA6F-B28C-5639-6346-9821EC30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63C6B1-C203-EEB5-08CE-556FEFEC1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57B18B-8428-E1A5-76FA-B7480C7B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9A5CF1-FAFC-2B76-2C98-9C24A5DB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9A1AE6-6A89-A90A-544E-25A98F2F6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5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652D76-AD14-A7E8-76B9-8D64508A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89FD47-1E19-11FB-5691-1E48AF47F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B03714-D23C-E92A-133B-B177233BC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C683D9-98D3-5BA1-7762-EA0F3154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5EE6E3-0507-6CA4-759D-5865AD9C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057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7BC8BC-DF20-B8E0-E0F2-8976546CDF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F227FDF-C788-1DAD-44C8-D774A0AF3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D3DE4F-2337-15B1-FFFE-62DE3BD1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3383A6-8AF8-56B5-F3FB-6900BD9B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D4792-531B-53E4-5481-B85898F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785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2618DB-29B0-B009-7C17-A173C50EE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B953EE-8634-E531-DE68-C9796A566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1C2D0-76B6-BB66-9A93-347E7159C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89D395-08A7-24A7-5208-444E6A6A8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47FE73-515D-8D3D-8ECA-335A3565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274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1A33428-8281-D0CF-F2D7-D91F4090A9F3}"/>
              </a:ext>
            </a:extLst>
          </p:cNvPr>
          <p:cNvSpPr/>
          <p:nvPr/>
        </p:nvSpPr>
        <p:spPr>
          <a:xfrm>
            <a:off x="880690" y="2690672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FEA2B594-7E89-AB24-D9E5-E873364E43CE}"/>
              </a:ext>
            </a:extLst>
          </p:cNvPr>
          <p:cNvSpPr/>
          <p:nvPr/>
        </p:nvSpPr>
        <p:spPr>
          <a:xfrm>
            <a:off x="1240690" y="2921678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FA8FC1F2-B9B1-8DAC-D881-15B76EB75FD8}"/>
              </a:ext>
            </a:extLst>
          </p:cNvPr>
          <p:cNvSpPr/>
          <p:nvPr/>
        </p:nvSpPr>
        <p:spPr>
          <a:xfrm>
            <a:off x="1960690" y="2778575"/>
            <a:ext cx="1440000" cy="1440000"/>
          </a:xfrm>
          <a:prstGeom prst="ellipse">
            <a:avLst/>
          </a:prstGeom>
          <a:solidFill>
            <a:srgbClr val="FF6600"/>
          </a:solidFill>
          <a:ln>
            <a:noFill/>
          </a:ln>
          <a:scene3d>
            <a:camera prst="isometricOffAxis2Top"/>
            <a:lightRig rig="contrasting" dir="t"/>
          </a:scene3d>
          <a:sp3d extrusionH="63500" contourW="25400" prstMaterial="matte">
            <a:bevelT w="0" h="0"/>
            <a:extrusionClr>
              <a:srgbClr val="FF66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DC77070-1FA8-5011-7693-8EE063A1B560}"/>
              </a:ext>
            </a:extLst>
          </p:cNvPr>
          <p:cNvSpPr/>
          <p:nvPr/>
        </p:nvSpPr>
        <p:spPr>
          <a:xfrm>
            <a:off x="1240690" y="1195472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8A8F10C-E165-B62C-A8A9-8F46A34BB47A}"/>
              </a:ext>
            </a:extLst>
          </p:cNvPr>
          <p:cNvSpPr/>
          <p:nvPr/>
        </p:nvSpPr>
        <p:spPr>
          <a:xfrm>
            <a:off x="7012196" y="2690672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29108038-A779-2FF6-1FCE-8FC39620295A}"/>
              </a:ext>
            </a:extLst>
          </p:cNvPr>
          <p:cNvGrpSpPr/>
          <p:nvPr/>
        </p:nvGrpSpPr>
        <p:grpSpPr>
          <a:xfrm>
            <a:off x="7350706" y="2987172"/>
            <a:ext cx="2880000" cy="2880000"/>
            <a:chOff x="6117490" y="2690672"/>
            <a:chExt cx="2880000" cy="2880000"/>
          </a:xfrm>
          <a:scene3d>
            <a:camera prst="isometricOffAxis2Top"/>
            <a:lightRig rig="contrasting" dir="t"/>
          </a:scene3d>
        </p:grpSpPr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52E6BE6A-DF71-55E2-BFC6-D110A57E2820}"/>
                </a:ext>
              </a:extLst>
            </p:cNvPr>
            <p:cNvSpPr/>
            <p:nvPr/>
          </p:nvSpPr>
          <p:spPr>
            <a:xfrm>
              <a:off x="6117490" y="26906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9" name="楕円 18">
              <a:extLst>
                <a:ext uri="{FF2B5EF4-FFF2-40B4-BE49-F238E27FC236}">
                  <a16:creationId xmlns:a16="http://schemas.microsoft.com/office/drawing/2014/main" id="{8071E9E4-12C4-0CD2-105F-BB255D872E2B}"/>
                </a:ext>
              </a:extLst>
            </p:cNvPr>
            <p:cNvSpPr/>
            <p:nvPr/>
          </p:nvSpPr>
          <p:spPr>
            <a:xfrm>
              <a:off x="6837490" y="3410672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p3d extrusionH="12700" contourW="63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0" name="楕円 19">
            <a:extLst>
              <a:ext uri="{FF2B5EF4-FFF2-40B4-BE49-F238E27FC236}">
                <a16:creationId xmlns:a16="http://schemas.microsoft.com/office/drawing/2014/main" id="{C5ACE2E1-80D2-4258-A14E-D84A5CC3F79C}"/>
              </a:ext>
            </a:extLst>
          </p:cNvPr>
          <p:cNvSpPr/>
          <p:nvPr/>
        </p:nvSpPr>
        <p:spPr>
          <a:xfrm>
            <a:off x="7350706" y="1195472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F178689-BF5F-A36A-9197-99F747D4DD51}"/>
              </a:ext>
            </a:extLst>
          </p:cNvPr>
          <p:cNvSpPr txBox="1"/>
          <p:nvPr/>
        </p:nvSpPr>
        <p:spPr>
          <a:xfrm>
            <a:off x="5036490" y="1700199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FE6A41D7-80E7-694A-B853-AF3AA2C9D859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6409924" y="1961809"/>
            <a:ext cx="1110967" cy="2250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E02DBF6-C3D9-9375-EEE3-F26E419F443F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3677961" y="1961809"/>
            <a:ext cx="1358529" cy="3982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E08C998-D5BF-A584-BC10-2A503B590F67}"/>
              </a:ext>
            </a:extLst>
          </p:cNvPr>
          <p:cNvSpPr txBox="1"/>
          <p:nvPr/>
        </p:nvSpPr>
        <p:spPr>
          <a:xfrm>
            <a:off x="5036490" y="2495602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5E0B08A-002E-7490-804B-64A1C20E7967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83847" y="2757212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7BFD535-CBD1-9506-074C-92B017FE8484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409924" y="2717717"/>
            <a:ext cx="2031343" cy="3949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FC0800D-A091-8CD3-7C2B-B6543DF0B1F6}"/>
              </a:ext>
            </a:extLst>
          </p:cNvPr>
          <p:cNvSpPr txBox="1"/>
          <p:nvPr/>
        </p:nvSpPr>
        <p:spPr>
          <a:xfrm>
            <a:off x="5195337" y="3291005"/>
            <a:ext cx="1055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3A7C5F64-1449-AD82-9E11-88EC835581A1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808682" y="3459070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4F3B77D0-33E8-F806-3CB3-1C032DF64B7A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51077" y="3552615"/>
            <a:ext cx="2539629" cy="8193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AE0F5E-095E-D511-7BA9-E184CBDC4BE9}"/>
              </a:ext>
            </a:extLst>
          </p:cNvPr>
          <p:cNvSpPr txBox="1"/>
          <p:nvPr/>
        </p:nvSpPr>
        <p:spPr>
          <a:xfrm>
            <a:off x="859200" y="679451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(1)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C5872CA-FC6C-C056-24A8-208310AF1691}"/>
              </a:ext>
            </a:extLst>
          </p:cNvPr>
          <p:cNvSpPr txBox="1"/>
          <p:nvPr/>
        </p:nvSpPr>
        <p:spPr>
          <a:xfrm>
            <a:off x="7079652" y="679451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(2)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DEA1449E-5382-F9EA-FB96-A914D4913B2D}"/>
              </a:ext>
            </a:extLst>
          </p:cNvPr>
          <p:cNvGrpSpPr/>
          <p:nvPr/>
        </p:nvGrpSpPr>
        <p:grpSpPr>
          <a:xfrm>
            <a:off x="880690" y="-171000"/>
            <a:ext cx="3600000" cy="3600000"/>
            <a:chOff x="880690" y="-171000"/>
            <a:chExt cx="3600000" cy="3600000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2F96E95-4D95-4BDB-32B0-64422749C755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E6B531E4-9806-11DB-D0A1-5E51C3094FC4}"/>
                </a:ext>
              </a:extLst>
            </p:cNvPr>
            <p:cNvGrpSpPr/>
            <p:nvPr/>
          </p:nvGrpSpPr>
          <p:grpSpPr>
            <a:xfrm>
              <a:off x="2090058" y="560105"/>
              <a:ext cx="1080000" cy="1338644"/>
              <a:chOff x="2090058" y="560105"/>
              <a:chExt cx="1080000" cy="1338644"/>
            </a:xfrm>
          </p:grpSpPr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85393431-13CF-6C89-521B-348EE8D72477}"/>
                  </a:ext>
                </a:extLst>
              </p:cNvPr>
              <p:cNvSpPr/>
              <p:nvPr/>
            </p:nvSpPr>
            <p:spPr>
              <a:xfrm>
                <a:off x="2090058" y="818749"/>
                <a:ext cx="1080000" cy="1080000"/>
              </a:xfrm>
              <a:prstGeom prst="rect">
                <a:avLst/>
              </a:prstGeom>
              <a:solidFill>
                <a:srgbClr val="C87137"/>
              </a:solidFill>
              <a:ln>
                <a:noFill/>
              </a:ln>
              <a:scene3d>
                <a:camera prst="isometricOffAxis2Top"/>
                <a:lightRig rig="contrasting" dir="t"/>
              </a:scene3d>
              <a:sp3d extrusionH="317500" contourW="25400">
                <a:extrusionClr>
                  <a:srgbClr val="C87137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ABB79856-F80E-35C3-A40F-75BFF99554C8}"/>
                  </a:ext>
                </a:extLst>
              </p:cNvPr>
              <p:cNvGrpSpPr/>
              <p:nvPr/>
            </p:nvGrpSpPr>
            <p:grpSpPr>
              <a:xfrm>
                <a:off x="2432058" y="560105"/>
                <a:ext cx="360000" cy="447006"/>
                <a:chOff x="2500690" y="880972"/>
                <a:chExt cx="360000" cy="447006"/>
              </a:xfrm>
            </p:grpSpPr>
            <p:sp>
              <p:nvSpPr>
                <p:cNvPr id="2" name="楕円 1">
                  <a:extLst>
                    <a:ext uri="{FF2B5EF4-FFF2-40B4-BE49-F238E27FC236}">
                      <a16:creationId xmlns:a16="http://schemas.microsoft.com/office/drawing/2014/main" id="{E4679844-2BA7-4DF0-7F26-84E2B94754C0}"/>
                    </a:ext>
                  </a:extLst>
                </p:cNvPr>
                <p:cNvSpPr/>
                <p:nvPr/>
              </p:nvSpPr>
              <p:spPr>
                <a:xfrm>
                  <a:off x="2500690" y="967978"/>
                  <a:ext cx="360000" cy="360000"/>
                </a:xfrm>
                <a:prstGeom prst="ellipse">
                  <a:avLst/>
                </a:prstGeom>
                <a:solidFill>
                  <a:srgbClr val="F6DF80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571500" contourW="25400" prstMaterial="matte">
                  <a:bevelT w="0" h="0"/>
                  <a:extrusionClr>
                    <a:srgbClr val="F6DF80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12" name="楕円 11">
                  <a:extLst>
                    <a:ext uri="{FF2B5EF4-FFF2-40B4-BE49-F238E27FC236}">
                      <a16:creationId xmlns:a16="http://schemas.microsoft.com/office/drawing/2014/main" id="{B8CDF7AA-8AC3-1EB1-A98B-9BFAA4A0ADE1}"/>
                    </a:ext>
                  </a:extLst>
                </p:cNvPr>
                <p:cNvSpPr/>
                <p:nvPr/>
              </p:nvSpPr>
              <p:spPr>
                <a:xfrm>
                  <a:off x="2662690" y="880972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254000" contourW="25400" prstMaterial="matte">
                  <a:bevelT w="0" h="0"/>
                  <a:extrusionClr>
                    <a:schemeClr val="tx1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A08C963A-C4C1-38CA-F5F0-F8DF3FF8DFA4}"/>
              </a:ext>
            </a:extLst>
          </p:cNvPr>
          <p:cNvGrpSpPr/>
          <p:nvPr/>
        </p:nvGrpSpPr>
        <p:grpSpPr>
          <a:xfrm>
            <a:off x="7012196" y="-171000"/>
            <a:ext cx="3600000" cy="3600000"/>
            <a:chOff x="880690" y="-171000"/>
            <a:chExt cx="3600000" cy="3600000"/>
          </a:xfrm>
        </p:grpSpPr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7940E33-3585-5AA6-EAEA-F33E1F21D230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D7F6DBCF-59AD-75EC-4B2F-6C890356E92B}"/>
                </a:ext>
              </a:extLst>
            </p:cNvPr>
            <p:cNvGrpSpPr/>
            <p:nvPr/>
          </p:nvGrpSpPr>
          <p:grpSpPr>
            <a:xfrm>
              <a:off x="2090058" y="560105"/>
              <a:ext cx="1080000" cy="1338644"/>
              <a:chOff x="2090058" y="560105"/>
              <a:chExt cx="1080000" cy="1338644"/>
            </a:xfrm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AA2951D-79DF-6259-98DA-A3F36291ABB8}"/>
                  </a:ext>
                </a:extLst>
              </p:cNvPr>
              <p:cNvSpPr/>
              <p:nvPr/>
            </p:nvSpPr>
            <p:spPr>
              <a:xfrm>
                <a:off x="2090058" y="818749"/>
                <a:ext cx="1080000" cy="1080000"/>
              </a:xfrm>
              <a:prstGeom prst="rect">
                <a:avLst/>
              </a:prstGeom>
              <a:solidFill>
                <a:srgbClr val="C87137"/>
              </a:solidFill>
              <a:ln>
                <a:noFill/>
              </a:ln>
              <a:scene3d>
                <a:camera prst="isometricOffAxis2Top"/>
                <a:lightRig rig="contrasting" dir="t"/>
              </a:scene3d>
              <a:sp3d extrusionH="317500" contourW="25400">
                <a:extrusionClr>
                  <a:srgbClr val="C87137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A8DDBE1F-390B-2BF3-DBF3-22BE3719E3D6}"/>
                  </a:ext>
                </a:extLst>
              </p:cNvPr>
              <p:cNvGrpSpPr/>
              <p:nvPr/>
            </p:nvGrpSpPr>
            <p:grpSpPr>
              <a:xfrm>
                <a:off x="2432058" y="560105"/>
                <a:ext cx="360000" cy="447006"/>
                <a:chOff x="2500690" y="880972"/>
                <a:chExt cx="360000" cy="447006"/>
              </a:xfrm>
            </p:grpSpPr>
            <p:sp>
              <p:nvSpPr>
                <p:cNvPr id="56" name="楕円 55">
                  <a:extLst>
                    <a:ext uri="{FF2B5EF4-FFF2-40B4-BE49-F238E27FC236}">
                      <a16:creationId xmlns:a16="http://schemas.microsoft.com/office/drawing/2014/main" id="{02EE6893-0D7E-DC1A-ADBC-F8A2A13EC296}"/>
                    </a:ext>
                  </a:extLst>
                </p:cNvPr>
                <p:cNvSpPr/>
                <p:nvPr/>
              </p:nvSpPr>
              <p:spPr>
                <a:xfrm>
                  <a:off x="2500690" y="967978"/>
                  <a:ext cx="360000" cy="360000"/>
                </a:xfrm>
                <a:prstGeom prst="ellipse">
                  <a:avLst/>
                </a:prstGeom>
                <a:solidFill>
                  <a:srgbClr val="F6DF80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571500" contourW="25400" prstMaterial="matte">
                  <a:bevelT w="0" h="0"/>
                  <a:extrusionClr>
                    <a:srgbClr val="F6DF80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7" name="楕円 56">
                  <a:extLst>
                    <a:ext uri="{FF2B5EF4-FFF2-40B4-BE49-F238E27FC236}">
                      <a16:creationId xmlns:a16="http://schemas.microsoft.com/office/drawing/2014/main" id="{52E8CDE2-32EE-73D8-9EE6-EFCCF3C870E7}"/>
                    </a:ext>
                  </a:extLst>
                </p:cNvPr>
                <p:cNvSpPr/>
                <p:nvPr/>
              </p:nvSpPr>
              <p:spPr>
                <a:xfrm>
                  <a:off x="2662690" y="880972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254000" contourW="25400" prstMaterial="matte">
                  <a:bevelT w="0" h="0"/>
                  <a:extrusionClr>
                    <a:schemeClr val="tx1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</p:grpSp>
      </p:grp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4C16EE20-DA31-6BC4-4A98-929DA1575097}"/>
              </a:ext>
            </a:extLst>
          </p:cNvPr>
          <p:cNvSpPr/>
          <p:nvPr/>
        </p:nvSpPr>
        <p:spPr>
          <a:xfrm>
            <a:off x="869972" y="4924200"/>
            <a:ext cx="1080000" cy="108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91BDA705-296B-CBCF-ADA8-375B9571B4AA}"/>
              </a:ext>
            </a:extLst>
          </p:cNvPr>
          <p:cNvSpPr/>
          <p:nvPr/>
        </p:nvSpPr>
        <p:spPr>
          <a:xfrm>
            <a:off x="1127365" y="5595259"/>
            <a:ext cx="360000" cy="360000"/>
          </a:xfrm>
          <a:prstGeom prst="ellipse">
            <a:avLst/>
          </a:prstGeom>
          <a:solidFill>
            <a:srgbClr val="F6DF80"/>
          </a:solidFill>
          <a:ln>
            <a:noFill/>
          </a:ln>
          <a:scene3d>
            <a:camera prst="isometricOffAxis2Top"/>
            <a:lightRig rig="contrasting" dir="t"/>
          </a:scene3d>
          <a:sp3d extrusionH="571500" contourW="25400" prstMaterial="matte">
            <a:bevelT w="0" h="0"/>
            <a:extrusionClr>
              <a:srgbClr val="F6DF8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9FBE1193-43FC-7CFC-DDE1-61FBDDA11786}"/>
              </a:ext>
            </a:extLst>
          </p:cNvPr>
          <p:cNvSpPr/>
          <p:nvPr/>
        </p:nvSpPr>
        <p:spPr>
          <a:xfrm>
            <a:off x="2746458" y="5039931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25400" prstMaterial="matte">
            <a:bevelT w="0" h="0"/>
            <a:extrusionClr>
              <a:schemeClr val="tx1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24735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3E2D-07AF-B9EF-39FC-AD166D821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239B115-1797-54A0-A1FF-A8136CA50CC3}"/>
              </a:ext>
            </a:extLst>
          </p:cNvPr>
          <p:cNvSpPr txBox="1"/>
          <p:nvPr/>
        </p:nvSpPr>
        <p:spPr>
          <a:xfrm>
            <a:off x="5010034" y="-3664129"/>
            <a:ext cx="13734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04D29EB-AFE4-80FD-A04A-F8C38822588A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6383468" y="-3402519"/>
            <a:ext cx="1110967" cy="225017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BE8A12-3F24-40CD-0DBA-1D3F51131124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3651505" y="-3402519"/>
            <a:ext cx="1358529" cy="3982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A992183-6264-0F41-85A5-86A11EE21338}"/>
              </a:ext>
            </a:extLst>
          </p:cNvPr>
          <p:cNvSpPr txBox="1"/>
          <p:nvPr/>
        </p:nvSpPr>
        <p:spPr>
          <a:xfrm>
            <a:off x="5010034" y="-2868726"/>
            <a:ext cx="13734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5CA0B88-0BEE-F3DE-903C-89F7E8BBD833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57391" y="-2607116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0EEEF52-02DE-6097-5C52-03CAF39BC9F0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383468" y="-2646611"/>
            <a:ext cx="2031343" cy="39495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C93A7D4B-A128-CFB6-EE00-01263BFDEA99}"/>
              </a:ext>
            </a:extLst>
          </p:cNvPr>
          <p:cNvSpPr txBox="1"/>
          <p:nvPr/>
        </p:nvSpPr>
        <p:spPr>
          <a:xfrm>
            <a:off x="5168881" y="-2073323"/>
            <a:ext cx="1055740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0065B6D-BD1F-3576-33F1-0CBC2A2C9D32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782226" y="-1905258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565B2D9C-DC26-0B4C-FA61-98DA8E6B3DB5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24621" y="-1811713"/>
            <a:ext cx="2539629" cy="819357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0D4CDD5-EC4A-F3E6-D5C1-9B641E560626}"/>
              </a:ext>
            </a:extLst>
          </p:cNvPr>
          <p:cNvSpPr txBox="1"/>
          <p:nvPr/>
        </p:nvSpPr>
        <p:spPr>
          <a:xfrm>
            <a:off x="859200" y="6794518"/>
            <a:ext cx="29887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(1)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CE4558E-38B6-24D2-1108-6421F370B6D6}"/>
              </a:ext>
            </a:extLst>
          </p:cNvPr>
          <p:cNvSpPr txBox="1"/>
          <p:nvPr/>
        </p:nvSpPr>
        <p:spPr>
          <a:xfrm>
            <a:off x="7079652" y="6794518"/>
            <a:ext cx="29887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(2)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55AF9C77-7012-BE26-2408-A06FB01C4C79}"/>
              </a:ext>
            </a:extLst>
          </p:cNvPr>
          <p:cNvGrpSpPr/>
          <p:nvPr/>
        </p:nvGrpSpPr>
        <p:grpSpPr>
          <a:xfrm>
            <a:off x="880690" y="198164"/>
            <a:ext cx="3600000" cy="6461672"/>
            <a:chOff x="880690" y="-171000"/>
            <a:chExt cx="3600000" cy="6461672"/>
          </a:xfrm>
        </p:grpSpPr>
        <p:sp>
          <p:nvSpPr>
            <p:cNvPr id="60" name="楕円 59">
              <a:extLst>
                <a:ext uri="{FF2B5EF4-FFF2-40B4-BE49-F238E27FC236}">
                  <a16:creationId xmlns:a16="http://schemas.microsoft.com/office/drawing/2014/main" id="{5446B1E4-A1B3-5889-28A6-81FFA6E3575D}"/>
                </a:ext>
              </a:extLst>
            </p:cNvPr>
            <p:cNvSpPr/>
            <p:nvPr/>
          </p:nvSpPr>
          <p:spPr>
            <a:xfrm>
              <a:off x="2662690" y="5301335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758CF9A-735A-A1F7-D044-7350F5EEEA52}"/>
                </a:ext>
              </a:extLst>
            </p:cNvPr>
            <p:cNvSpPr/>
            <p:nvPr/>
          </p:nvSpPr>
          <p:spPr>
            <a:xfrm>
              <a:off x="2410690" y="4441291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9" name="楕円 58">
              <a:extLst>
                <a:ext uri="{FF2B5EF4-FFF2-40B4-BE49-F238E27FC236}">
                  <a16:creationId xmlns:a16="http://schemas.microsoft.com/office/drawing/2014/main" id="{0304B51E-2EFE-0C4D-E838-917E67C06D2C}"/>
                </a:ext>
              </a:extLst>
            </p:cNvPr>
            <p:cNvSpPr/>
            <p:nvPr/>
          </p:nvSpPr>
          <p:spPr>
            <a:xfrm>
              <a:off x="2500690" y="4868826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DF35CB3-579F-66E4-E737-5F484979EF5A}"/>
                </a:ext>
              </a:extLst>
            </p:cNvPr>
            <p:cNvSpPr/>
            <p:nvPr/>
          </p:nvSpPr>
          <p:spPr>
            <a:xfrm>
              <a:off x="880690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52EC1269-5B50-23A7-6343-34E88AB109A4}"/>
                </a:ext>
              </a:extLst>
            </p:cNvPr>
            <p:cNvSpPr/>
            <p:nvPr/>
          </p:nvSpPr>
          <p:spPr>
            <a:xfrm>
              <a:off x="1240690" y="2885516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854BCEE2-0C4A-7528-8D4A-58DAFB1FD83A}"/>
                </a:ext>
              </a:extLst>
            </p:cNvPr>
            <p:cNvSpPr/>
            <p:nvPr/>
          </p:nvSpPr>
          <p:spPr>
            <a:xfrm>
              <a:off x="1960690" y="2774356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63500" contourW="190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0432DCF8-DB5D-AAE9-4FD8-FC8A60338A5D}"/>
                </a:ext>
              </a:extLst>
            </p:cNvPr>
            <p:cNvSpPr/>
            <p:nvPr/>
          </p:nvSpPr>
          <p:spPr>
            <a:xfrm>
              <a:off x="1240690" y="1195721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5DA6B2AD-95DD-B14C-9D5F-452546C481A8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FB53EC1C-E440-BD1F-2CD3-D454758C9599}"/>
                </a:ext>
              </a:extLst>
            </p:cNvPr>
            <p:cNvSpPr/>
            <p:nvPr/>
          </p:nvSpPr>
          <p:spPr>
            <a:xfrm>
              <a:off x="2410690" y="1027693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FFD60A52-954A-6CA4-8C79-7959A59BA265}"/>
                </a:ext>
              </a:extLst>
            </p:cNvPr>
            <p:cNvSpPr/>
            <p:nvPr/>
          </p:nvSpPr>
          <p:spPr>
            <a:xfrm>
              <a:off x="2500690" y="862713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435311E2-F141-6EAD-C4A7-66F9F93B1574}"/>
                </a:ext>
              </a:extLst>
            </p:cNvPr>
            <p:cNvSpPr/>
            <p:nvPr/>
          </p:nvSpPr>
          <p:spPr>
            <a:xfrm>
              <a:off x="2662690" y="74322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BC781044-5A77-AF08-557D-AD832734F24B}"/>
              </a:ext>
            </a:extLst>
          </p:cNvPr>
          <p:cNvGrpSpPr/>
          <p:nvPr/>
        </p:nvGrpSpPr>
        <p:grpSpPr>
          <a:xfrm>
            <a:off x="7494435" y="198164"/>
            <a:ext cx="3600000" cy="6461672"/>
            <a:chOff x="6383468" y="-171000"/>
            <a:chExt cx="3600000" cy="6461672"/>
          </a:xfrm>
        </p:grpSpPr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817E9E07-3297-FDE1-0F57-F1FBB07DC3FD}"/>
                </a:ext>
              </a:extLst>
            </p:cNvPr>
            <p:cNvSpPr/>
            <p:nvPr/>
          </p:nvSpPr>
          <p:spPr>
            <a:xfrm>
              <a:off x="8165468" y="5301335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7680D9EF-9C81-467B-1071-F4217B1ECC48}"/>
                </a:ext>
              </a:extLst>
            </p:cNvPr>
            <p:cNvSpPr/>
            <p:nvPr/>
          </p:nvSpPr>
          <p:spPr>
            <a:xfrm>
              <a:off x="7913468" y="4441291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D28A4BDC-F794-BA98-A1B7-329D264118A9}"/>
                </a:ext>
              </a:extLst>
            </p:cNvPr>
            <p:cNvSpPr/>
            <p:nvPr/>
          </p:nvSpPr>
          <p:spPr>
            <a:xfrm>
              <a:off x="8003468" y="4868826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088760-7ABE-DE14-8DD0-090CEE209551}"/>
                </a:ext>
              </a:extLst>
            </p:cNvPr>
            <p:cNvSpPr/>
            <p:nvPr/>
          </p:nvSpPr>
          <p:spPr>
            <a:xfrm>
              <a:off x="6383468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DB0293F4-774B-179B-0FD8-0CE4332F555D}"/>
                </a:ext>
              </a:extLst>
            </p:cNvPr>
            <p:cNvSpPr/>
            <p:nvPr/>
          </p:nvSpPr>
          <p:spPr>
            <a:xfrm>
              <a:off x="6743468" y="2885516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4AEF7680-3F85-05F3-B9D8-01D446B589D2}"/>
                </a:ext>
              </a:extLst>
            </p:cNvPr>
            <p:cNvSpPr/>
            <p:nvPr/>
          </p:nvSpPr>
          <p:spPr>
            <a:xfrm>
              <a:off x="7463468" y="3581836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" contourW="63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322E43A2-B6AD-C5B9-0C39-B06F29BF67B2}"/>
                </a:ext>
              </a:extLst>
            </p:cNvPr>
            <p:cNvSpPr/>
            <p:nvPr/>
          </p:nvSpPr>
          <p:spPr>
            <a:xfrm>
              <a:off x="6743468" y="1195721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BE8C035-12A3-4AC0-21EE-811CAB849137}"/>
                </a:ext>
              </a:extLst>
            </p:cNvPr>
            <p:cNvSpPr/>
            <p:nvPr/>
          </p:nvSpPr>
          <p:spPr>
            <a:xfrm>
              <a:off x="6383468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5D760CD-B3B0-0CC8-AEF7-0465622544C8}"/>
                </a:ext>
              </a:extLst>
            </p:cNvPr>
            <p:cNvSpPr/>
            <p:nvPr/>
          </p:nvSpPr>
          <p:spPr>
            <a:xfrm>
              <a:off x="7913468" y="1027693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03BCA7E0-BED6-6024-AB87-698696B973C8}"/>
                </a:ext>
              </a:extLst>
            </p:cNvPr>
            <p:cNvSpPr/>
            <p:nvPr/>
          </p:nvSpPr>
          <p:spPr>
            <a:xfrm>
              <a:off x="8003468" y="862713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16BBAB62-61C0-79A5-D9DE-CB8727F47FFE}"/>
                </a:ext>
              </a:extLst>
            </p:cNvPr>
            <p:cNvSpPr/>
            <p:nvPr/>
          </p:nvSpPr>
          <p:spPr>
            <a:xfrm>
              <a:off x="8165468" y="74322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203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26</Words>
  <Application>Microsoft Office PowerPoint</Application>
  <PresentationFormat>ワイド画面</PresentationFormat>
  <Paragraphs>10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ＭＳ 明朝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栁原 魁人_長野</dc:creator>
  <cp:lastModifiedBy>栁原 魁人_長野</cp:lastModifiedBy>
  <cp:revision>8</cp:revision>
  <dcterms:created xsi:type="dcterms:W3CDTF">2026-01-15T07:14:20Z</dcterms:created>
  <dcterms:modified xsi:type="dcterms:W3CDTF">2026-01-16T04:52:09Z</dcterms:modified>
</cp:coreProperties>
</file>